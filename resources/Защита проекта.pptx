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2" r:id="rId1"/>
    <p:sldMasterId id="2147483704" r:id="rId2"/>
  </p:sldMasterIdLst>
  <p:notesMasterIdLst>
    <p:notesMasterId r:id="rId12"/>
  </p:notesMasterIdLst>
  <p:sldIdLst>
    <p:sldId id="704" r:id="rId3"/>
    <p:sldId id="696" r:id="rId4"/>
    <p:sldId id="711" r:id="rId5"/>
    <p:sldId id="712" r:id="rId6"/>
    <p:sldId id="713" r:id="rId7"/>
    <p:sldId id="716" r:id="rId8"/>
    <p:sldId id="717" r:id="rId9"/>
    <p:sldId id="718" r:id="rId10"/>
    <p:sldId id="710" r:id="rId11"/>
  </p:sldIdLst>
  <p:sldSz cx="20104100" cy="11309350"/>
  <p:notesSz cx="20104100" cy="11309350"/>
  <p:defaultTextStyle>
    <a:defPPr>
      <a:defRPr lang="ru-RU"/>
    </a:defPPr>
    <a:lvl1pPr marL="0" algn="l" defTabSz="9132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6641" algn="l" defTabSz="9132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3284" algn="l" defTabSz="9132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69927" algn="l" defTabSz="9132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6572" algn="l" defTabSz="9132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3212" algn="l" defTabSz="9132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39853" algn="l" defTabSz="9132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6496" algn="l" defTabSz="9132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3137" algn="l" defTabSz="9132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42" userDrawn="1">
          <p15:clr>
            <a:srgbClr val="A4A3A4"/>
          </p15:clr>
        </p15:guide>
        <p15:guide id="2" pos="908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Артём борисов" initials="Аб" lastIdx="4" clrIdx="0">
    <p:extLst>
      <p:ext uri="{19B8F6BF-5375-455C-9EA6-DF929625EA0E}">
        <p15:presenceInfo xmlns:p15="http://schemas.microsoft.com/office/powerpoint/2012/main" userId="a1cb6fa7c11e863e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F316C"/>
    <a:srgbClr val="8DA4C1"/>
    <a:srgbClr val="2786D3"/>
    <a:srgbClr val="C6D9E7"/>
    <a:srgbClr val="0071CE"/>
    <a:srgbClr val="FFFFFF"/>
    <a:srgbClr val="17B69C"/>
    <a:srgbClr val="EDF1F5"/>
    <a:srgbClr val="15B012"/>
    <a:srgbClr val="C5D9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ABFCF23-3B69-468F-B69F-88F6DE6A72F2}" styleName="Средний стиль 1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23" autoAdjust="0"/>
    <p:restoredTop sz="93741" autoAdjust="0"/>
  </p:normalViewPr>
  <p:slideViewPr>
    <p:cSldViewPr>
      <p:cViewPr varScale="1">
        <p:scale>
          <a:sx n="68" d="100"/>
          <a:sy n="68" d="100"/>
        </p:scale>
        <p:origin x="114" y="918"/>
      </p:cViewPr>
      <p:guideLst>
        <p:guide orient="horz" pos="1642"/>
        <p:guide pos="908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-2544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commentAuthors" Target="commentAuthor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IBM Plex Sans" panose="020B0503050203000203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IBM Plex Sans" panose="020B0503050203000203" pitchFamily="34" charset="0"/>
              </a:defRPr>
            </a:lvl1pPr>
          </a:lstStyle>
          <a:p>
            <a:fld id="{15504EF5-1B61-4C08-BFDD-5C0D5AF73FD4}" type="datetimeFigureOut">
              <a:rPr lang="ru-RU" smtClean="0"/>
              <a:pPr/>
              <a:t>01.11.2025</a:t>
            </a:fld>
            <a:endParaRPr lang="ru-RU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661150" y="1414463"/>
            <a:ext cx="6781800" cy="3816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2009775" y="5441950"/>
            <a:ext cx="16084550" cy="44545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IBM Plex Sans" panose="020B0503050203000203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11387138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IBM Plex Sans" panose="020B0503050203000203" pitchFamily="34" charset="0"/>
              </a:defRPr>
            </a:lvl1pPr>
          </a:lstStyle>
          <a:p>
            <a:fld id="{65D8CCBB-81F9-477D-A072-57A81C27A3A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371039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3284" rtl="0" eaLnBrk="1" latinLnBrk="0" hangingPunct="1">
      <a:defRPr sz="12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1pPr>
    <a:lvl2pPr marL="456641" algn="l" defTabSz="913284" rtl="0" eaLnBrk="1" latinLnBrk="0" hangingPunct="1">
      <a:defRPr sz="12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2pPr>
    <a:lvl3pPr marL="913284" algn="l" defTabSz="913284" rtl="0" eaLnBrk="1" latinLnBrk="0" hangingPunct="1">
      <a:defRPr sz="12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3pPr>
    <a:lvl4pPr marL="1369927" algn="l" defTabSz="913284" rtl="0" eaLnBrk="1" latinLnBrk="0" hangingPunct="1">
      <a:defRPr sz="12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4pPr>
    <a:lvl5pPr marL="1826572" algn="l" defTabSz="913284" rtl="0" eaLnBrk="1" latinLnBrk="0" hangingPunct="1">
      <a:defRPr sz="12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5pPr>
    <a:lvl6pPr marL="2283212" algn="l" defTabSz="9132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39853" algn="l" defTabSz="9132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6496" algn="l" defTabSz="9132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3137" algn="l" defTabSz="9132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07809" y="3513231"/>
            <a:ext cx="17088485" cy="2424180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3015616" y="6408636"/>
            <a:ext cx="14072869" cy="2890167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8970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7940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6910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3588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44851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538213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62791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7176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FF5C5-FE0D-4232-9D4E-8A2066FAA725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01.11.2025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C6210-EE78-416C-B8FD-575D97BA85A9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8581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FF5C5-FE0D-4232-9D4E-8A2066FAA725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01.11.2025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C6210-EE78-416C-B8FD-575D97BA85A9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03667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588087" y="7267312"/>
            <a:ext cx="17088485" cy="2246163"/>
          </a:xfrm>
        </p:spPr>
        <p:txBody>
          <a:bodyPr anchor="t"/>
          <a:lstStyle>
            <a:lvl1pPr algn="l">
              <a:defRPr sz="7900" b="1" cap="all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588087" y="4793393"/>
            <a:ext cx="17088485" cy="2473919"/>
          </a:xfrm>
        </p:spPr>
        <p:txBody>
          <a:bodyPr anchor="b"/>
          <a:lstStyle>
            <a:lvl1pPr marL="0" indent="0">
              <a:buNone/>
              <a:defRPr sz="3900">
                <a:solidFill>
                  <a:schemeClr val="tx1">
                    <a:tint val="75000"/>
                  </a:schemeClr>
                </a:solidFill>
              </a:defRPr>
            </a:lvl1pPr>
            <a:lvl2pPr marL="897026" indent="0">
              <a:buNone/>
              <a:defRPr sz="3500">
                <a:solidFill>
                  <a:schemeClr val="tx1">
                    <a:tint val="75000"/>
                  </a:schemeClr>
                </a:solidFill>
              </a:defRPr>
            </a:lvl2pPr>
            <a:lvl3pPr marL="1794047" indent="0">
              <a:buNone/>
              <a:defRPr sz="3100">
                <a:solidFill>
                  <a:schemeClr val="tx1">
                    <a:tint val="75000"/>
                  </a:schemeClr>
                </a:solidFill>
              </a:defRPr>
            </a:lvl3pPr>
            <a:lvl4pPr marL="2691069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4pPr>
            <a:lvl5pPr marL="3588091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5pPr>
            <a:lvl6pPr marL="4485115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6pPr>
            <a:lvl7pPr marL="5382138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7pPr>
            <a:lvl8pPr marL="6279162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8pPr>
            <a:lvl9pPr marL="7176184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FF5C5-FE0D-4232-9D4E-8A2066FAA725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01.11.2025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C6210-EE78-416C-B8FD-575D97BA85A9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59785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1005205" y="2638849"/>
            <a:ext cx="8879311" cy="7463648"/>
          </a:xfrm>
        </p:spPr>
        <p:txBody>
          <a:bodyPr/>
          <a:lstStyle>
            <a:lvl1pPr>
              <a:defRPr sz="5500"/>
            </a:lvl1pPr>
            <a:lvl2pPr>
              <a:defRPr sz="4700"/>
            </a:lvl2pPr>
            <a:lvl3pPr>
              <a:defRPr sz="3900"/>
            </a:lvl3pPr>
            <a:lvl4pPr>
              <a:defRPr sz="3500"/>
            </a:lvl4pPr>
            <a:lvl5pPr>
              <a:defRPr sz="3500"/>
            </a:lvl5pPr>
            <a:lvl6pPr>
              <a:defRPr sz="3500"/>
            </a:lvl6pPr>
            <a:lvl7pPr>
              <a:defRPr sz="3500"/>
            </a:lvl7pPr>
            <a:lvl8pPr>
              <a:defRPr sz="3500"/>
            </a:lvl8pPr>
            <a:lvl9pPr>
              <a:defRPr sz="35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10219585" y="2638849"/>
            <a:ext cx="8879311" cy="7463648"/>
          </a:xfrm>
        </p:spPr>
        <p:txBody>
          <a:bodyPr/>
          <a:lstStyle>
            <a:lvl1pPr>
              <a:defRPr sz="5500"/>
            </a:lvl1pPr>
            <a:lvl2pPr>
              <a:defRPr sz="4700"/>
            </a:lvl2pPr>
            <a:lvl3pPr>
              <a:defRPr sz="3900"/>
            </a:lvl3pPr>
            <a:lvl4pPr>
              <a:defRPr sz="3500"/>
            </a:lvl4pPr>
            <a:lvl5pPr>
              <a:defRPr sz="3500"/>
            </a:lvl5pPr>
            <a:lvl6pPr>
              <a:defRPr sz="3500"/>
            </a:lvl6pPr>
            <a:lvl7pPr>
              <a:defRPr sz="3500"/>
            </a:lvl7pPr>
            <a:lvl8pPr>
              <a:defRPr sz="3500"/>
            </a:lvl8pPr>
            <a:lvl9pPr>
              <a:defRPr sz="35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FF5C5-FE0D-4232-9D4E-8A2066FAA725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01.11.2025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C6210-EE78-416C-B8FD-575D97BA85A9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9231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005206" y="2531519"/>
            <a:ext cx="8882801" cy="1055015"/>
          </a:xfrm>
        </p:spPr>
        <p:txBody>
          <a:bodyPr anchor="b"/>
          <a:lstStyle>
            <a:lvl1pPr marL="0" indent="0">
              <a:buNone/>
              <a:defRPr sz="4700" b="1"/>
            </a:lvl1pPr>
            <a:lvl2pPr marL="897026" indent="0">
              <a:buNone/>
              <a:defRPr sz="3900" b="1"/>
            </a:lvl2pPr>
            <a:lvl3pPr marL="1794047" indent="0">
              <a:buNone/>
              <a:defRPr sz="3500" b="1"/>
            </a:lvl3pPr>
            <a:lvl4pPr marL="2691069" indent="0">
              <a:buNone/>
              <a:defRPr sz="3100" b="1"/>
            </a:lvl4pPr>
            <a:lvl5pPr marL="3588091" indent="0">
              <a:buNone/>
              <a:defRPr sz="3100" b="1"/>
            </a:lvl5pPr>
            <a:lvl6pPr marL="4485115" indent="0">
              <a:buNone/>
              <a:defRPr sz="3100" b="1"/>
            </a:lvl6pPr>
            <a:lvl7pPr marL="5382138" indent="0">
              <a:buNone/>
              <a:defRPr sz="3100" b="1"/>
            </a:lvl7pPr>
            <a:lvl8pPr marL="6279162" indent="0">
              <a:buNone/>
              <a:defRPr sz="3100" b="1"/>
            </a:lvl8pPr>
            <a:lvl9pPr marL="7176184" indent="0">
              <a:buNone/>
              <a:defRPr sz="31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1005206" y="3586534"/>
            <a:ext cx="8882801" cy="6515967"/>
          </a:xfrm>
        </p:spPr>
        <p:txBody>
          <a:bodyPr/>
          <a:lstStyle>
            <a:lvl1pPr>
              <a:defRPr sz="4700"/>
            </a:lvl1pPr>
            <a:lvl2pPr>
              <a:defRPr sz="3900"/>
            </a:lvl2pPr>
            <a:lvl3pPr>
              <a:defRPr sz="3500"/>
            </a:lvl3pPr>
            <a:lvl4pPr>
              <a:defRPr sz="3100"/>
            </a:lvl4pPr>
            <a:lvl5pPr>
              <a:defRPr sz="3100"/>
            </a:lvl5pPr>
            <a:lvl6pPr>
              <a:defRPr sz="3100"/>
            </a:lvl6pPr>
            <a:lvl7pPr>
              <a:defRPr sz="3100"/>
            </a:lvl7pPr>
            <a:lvl8pPr>
              <a:defRPr sz="3100"/>
            </a:lvl8pPr>
            <a:lvl9pPr>
              <a:defRPr sz="31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10212610" y="2531519"/>
            <a:ext cx="8886291" cy="1055015"/>
          </a:xfrm>
        </p:spPr>
        <p:txBody>
          <a:bodyPr anchor="b"/>
          <a:lstStyle>
            <a:lvl1pPr marL="0" indent="0">
              <a:buNone/>
              <a:defRPr sz="4700" b="1"/>
            </a:lvl1pPr>
            <a:lvl2pPr marL="897026" indent="0">
              <a:buNone/>
              <a:defRPr sz="3900" b="1"/>
            </a:lvl2pPr>
            <a:lvl3pPr marL="1794047" indent="0">
              <a:buNone/>
              <a:defRPr sz="3500" b="1"/>
            </a:lvl3pPr>
            <a:lvl4pPr marL="2691069" indent="0">
              <a:buNone/>
              <a:defRPr sz="3100" b="1"/>
            </a:lvl4pPr>
            <a:lvl5pPr marL="3588091" indent="0">
              <a:buNone/>
              <a:defRPr sz="3100" b="1"/>
            </a:lvl5pPr>
            <a:lvl6pPr marL="4485115" indent="0">
              <a:buNone/>
              <a:defRPr sz="3100" b="1"/>
            </a:lvl6pPr>
            <a:lvl7pPr marL="5382138" indent="0">
              <a:buNone/>
              <a:defRPr sz="3100" b="1"/>
            </a:lvl7pPr>
            <a:lvl8pPr marL="6279162" indent="0">
              <a:buNone/>
              <a:defRPr sz="3100" b="1"/>
            </a:lvl8pPr>
            <a:lvl9pPr marL="7176184" indent="0">
              <a:buNone/>
              <a:defRPr sz="31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10212610" y="3586534"/>
            <a:ext cx="8886291" cy="6515967"/>
          </a:xfrm>
        </p:spPr>
        <p:txBody>
          <a:bodyPr/>
          <a:lstStyle>
            <a:lvl1pPr>
              <a:defRPr sz="4700"/>
            </a:lvl1pPr>
            <a:lvl2pPr>
              <a:defRPr sz="3900"/>
            </a:lvl2pPr>
            <a:lvl3pPr>
              <a:defRPr sz="3500"/>
            </a:lvl3pPr>
            <a:lvl4pPr>
              <a:defRPr sz="3100"/>
            </a:lvl4pPr>
            <a:lvl5pPr>
              <a:defRPr sz="3100"/>
            </a:lvl5pPr>
            <a:lvl6pPr>
              <a:defRPr sz="3100"/>
            </a:lvl6pPr>
            <a:lvl7pPr>
              <a:defRPr sz="3100"/>
            </a:lvl7pPr>
            <a:lvl8pPr>
              <a:defRPr sz="3100"/>
            </a:lvl8pPr>
            <a:lvl9pPr>
              <a:defRPr sz="31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FF5C5-FE0D-4232-9D4E-8A2066FAA725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01.11.2025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C6210-EE78-416C-B8FD-575D97BA85A9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78621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FF5C5-FE0D-4232-9D4E-8A2066FAA725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01.11.2025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C6210-EE78-416C-B8FD-575D97BA85A9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83451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FF5C5-FE0D-4232-9D4E-8A2066FAA725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01.11.2025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C6210-EE78-416C-B8FD-575D97BA85A9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42530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05207" y="450283"/>
            <a:ext cx="6614111" cy="1916307"/>
          </a:xfrm>
        </p:spPr>
        <p:txBody>
          <a:bodyPr anchor="b"/>
          <a:lstStyle>
            <a:lvl1pPr algn="l">
              <a:defRPr sz="3900" b="1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7860147" y="450288"/>
            <a:ext cx="11238749" cy="9652217"/>
          </a:xfrm>
        </p:spPr>
        <p:txBody>
          <a:bodyPr/>
          <a:lstStyle>
            <a:lvl1pPr>
              <a:defRPr sz="6300"/>
            </a:lvl1pPr>
            <a:lvl2pPr>
              <a:defRPr sz="5500"/>
            </a:lvl2pPr>
            <a:lvl3pPr>
              <a:defRPr sz="4700"/>
            </a:lvl3pPr>
            <a:lvl4pPr>
              <a:defRPr sz="3900"/>
            </a:lvl4pPr>
            <a:lvl5pPr>
              <a:defRPr sz="3900"/>
            </a:lvl5pPr>
            <a:lvl6pPr>
              <a:defRPr sz="3900"/>
            </a:lvl6pPr>
            <a:lvl7pPr>
              <a:defRPr sz="3900"/>
            </a:lvl7pPr>
            <a:lvl8pPr>
              <a:defRPr sz="3900"/>
            </a:lvl8pPr>
            <a:lvl9pPr>
              <a:defRPr sz="39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005207" y="2366587"/>
            <a:ext cx="6614111" cy="7735910"/>
          </a:xfrm>
        </p:spPr>
        <p:txBody>
          <a:bodyPr/>
          <a:lstStyle>
            <a:lvl1pPr marL="0" indent="0">
              <a:buNone/>
              <a:defRPr sz="2700"/>
            </a:lvl1pPr>
            <a:lvl2pPr marL="897026" indent="0">
              <a:buNone/>
              <a:defRPr sz="2400"/>
            </a:lvl2pPr>
            <a:lvl3pPr marL="1794047" indent="0">
              <a:buNone/>
              <a:defRPr sz="2000"/>
            </a:lvl3pPr>
            <a:lvl4pPr marL="2691069" indent="0">
              <a:buNone/>
              <a:defRPr sz="1800"/>
            </a:lvl4pPr>
            <a:lvl5pPr marL="3588091" indent="0">
              <a:buNone/>
              <a:defRPr sz="1800"/>
            </a:lvl5pPr>
            <a:lvl6pPr marL="4485115" indent="0">
              <a:buNone/>
              <a:defRPr sz="1800"/>
            </a:lvl6pPr>
            <a:lvl7pPr marL="5382138" indent="0">
              <a:buNone/>
              <a:defRPr sz="1800"/>
            </a:lvl7pPr>
            <a:lvl8pPr marL="6279162" indent="0">
              <a:buNone/>
              <a:defRPr sz="1800"/>
            </a:lvl8pPr>
            <a:lvl9pPr marL="7176184" indent="0">
              <a:buNone/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FF5C5-FE0D-4232-9D4E-8A2066FAA725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01.11.2025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C6210-EE78-416C-B8FD-575D97BA85A9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1207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940544" y="7916549"/>
            <a:ext cx="12062460" cy="934593"/>
          </a:xfrm>
        </p:spPr>
        <p:txBody>
          <a:bodyPr anchor="b"/>
          <a:lstStyle>
            <a:lvl1pPr algn="l">
              <a:defRPr sz="3900" b="1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3940544" y="1010511"/>
            <a:ext cx="12062460" cy="6785610"/>
          </a:xfrm>
        </p:spPr>
        <p:txBody>
          <a:bodyPr/>
          <a:lstStyle>
            <a:lvl1pPr marL="0" indent="0">
              <a:buNone/>
              <a:defRPr sz="6300"/>
            </a:lvl1pPr>
            <a:lvl2pPr marL="897026" indent="0">
              <a:buNone/>
              <a:defRPr sz="5500"/>
            </a:lvl2pPr>
            <a:lvl3pPr marL="1794047" indent="0">
              <a:buNone/>
              <a:defRPr sz="4700"/>
            </a:lvl3pPr>
            <a:lvl4pPr marL="2691069" indent="0">
              <a:buNone/>
              <a:defRPr sz="3900"/>
            </a:lvl4pPr>
            <a:lvl5pPr marL="3588091" indent="0">
              <a:buNone/>
              <a:defRPr sz="3900"/>
            </a:lvl5pPr>
            <a:lvl6pPr marL="4485115" indent="0">
              <a:buNone/>
              <a:defRPr sz="3900"/>
            </a:lvl6pPr>
            <a:lvl7pPr marL="5382138" indent="0">
              <a:buNone/>
              <a:defRPr sz="3900"/>
            </a:lvl7pPr>
            <a:lvl8pPr marL="6279162" indent="0">
              <a:buNone/>
              <a:defRPr sz="3900"/>
            </a:lvl8pPr>
            <a:lvl9pPr marL="7176184" indent="0">
              <a:buNone/>
              <a:defRPr sz="3900"/>
            </a:lvl9pPr>
          </a:lstStyle>
          <a:p>
            <a:r>
              <a:rPr lang="ru-RU"/>
              <a:t>Вставка рисунка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3940544" y="8851142"/>
            <a:ext cx="12062460" cy="1327277"/>
          </a:xfrm>
        </p:spPr>
        <p:txBody>
          <a:bodyPr/>
          <a:lstStyle>
            <a:lvl1pPr marL="0" indent="0">
              <a:buNone/>
              <a:defRPr sz="2700"/>
            </a:lvl1pPr>
            <a:lvl2pPr marL="897026" indent="0">
              <a:buNone/>
              <a:defRPr sz="2400"/>
            </a:lvl2pPr>
            <a:lvl3pPr marL="1794047" indent="0">
              <a:buNone/>
              <a:defRPr sz="2000"/>
            </a:lvl3pPr>
            <a:lvl4pPr marL="2691069" indent="0">
              <a:buNone/>
              <a:defRPr sz="1800"/>
            </a:lvl4pPr>
            <a:lvl5pPr marL="3588091" indent="0">
              <a:buNone/>
              <a:defRPr sz="1800"/>
            </a:lvl5pPr>
            <a:lvl6pPr marL="4485115" indent="0">
              <a:buNone/>
              <a:defRPr sz="1800"/>
            </a:lvl6pPr>
            <a:lvl7pPr marL="5382138" indent="0">
              <a:buNone/>
              <a:defRPr sz="1800"/>
            </a:lvl7pPr>
            <a:lvl8pPr marL="6279162" indent="0">
              <a:buNone/>
              <a:defRPr sz="1800"/>
            </a:lvl8pPr>
            <a:lvl9pPr marL="7176184" indent="0">
              <a:buNone/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FF5C5-FE0D-4232-9D4E-8A2066FAA725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01.11.2025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C6210-EE78-416C-B8FD-575D97BA85A9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0906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FF5C5-FE0D-4232-9D4E-8A2066FAA725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01.11.2025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C6210-EE78-416C-B8FD-575D97BA85A9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47292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14575473" y="452899"/>
            <a:ext cx="4523423" cy="964959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1005205" y="452899"/>
            <a:ext cx="13235199" cy="964959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FF5C5-FE0D-4232-9D4E-8A2066FAA725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01.11.2025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C6210-EE78-416C-B8FD-575D97BA85A9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899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07809" y="3513230"/>
            <a:ext cx="17088485" cy="2424180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3015616" y="6408636"/>
            <a:ext cx="14072869" cy="2890167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8974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7949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6923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35898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44873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53847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62822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71796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34C0D-3E2C-4BFA-9E86-42BE061C8432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01.11.2025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B11000-5AB8-4B1D-B861-D0A7E724EF0D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02339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34C0D-3E2C-4BFA-9E86-42BE061C8432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01.11.2025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B11000-5AB8-4B1D-B861-D0A7E724EF0D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7147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588087" y="7267309"/>
            <a:ext cx="17088485" cy="2246163"/>
          </a:xfrm>
        </p:spPr>
        <p:txBody>
          <a:bodyPr anchor="t"/>
          <a:lstStyle>
            <a:lvl1pPr algn="l">
              <a:defRPr sz="7900" b="1" cap="all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588087" y="4793387"/>
            <a:ext cx="17088485" cy="2473919"/>
          </a:xfrm>
        </p:spPr>
        <p:txBody>
          <a:bodyPr anchor="b"/>
          <a:lstStyle>
            <a:lvl1pPr marL="0" indent="0">
              <a:buNone/>
              <a:defRPr sz="3900">
                <a:solidFill>
                  <a:schemeClr val="tx1">
                    <a:tint val="75000"/>
                  </a:schemeClr>
                </a:solidFill>
              </a:defRPr>
            </a:lvl1pPr>
            <a:lvl2pPr marL="897462" indent="0">
              <a:buNone/>
              <a:defRPr sz="3500">
                <a:solidFill>
                  <a:schemeClr val="tx1">
                    <a:tint val="75000"/>
                  </a:schemeClr>
                </a:solidFill>
              </a:defRPr>
            </a:lvl2pPr>
            <a:lvl3pPr marL="1794922" indent="0">
              <a:buNone/>
              <a:defRPr sz="3100">
                <a:solidFill>
                  <a:schemeClr val="tx1">
                    <a:tint val="75000"/>
                  </a:schemeClr>
                </a:solidFill>
              </a:defRPr>
            </a:lvl3pPr>
            <a:lvl4pPr marL="2692384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4pPr>
            <a:lvl5pPr marL="3589845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5pPr>
            <a:lvl6pPr marL="4487305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6pPr>
            <a:lvl7pPr marL="5384766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7pPr>
            <a:lvl8pPr marL="6282228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8pPr>
            <a:lvl9pPr marL="7179689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34C0D-3E2C-4BFA-9E86-42BE061C8432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01.11.2025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B11000-5AB8-4B1D-B861-D0A7E724EF0D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2488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1005205" y="2638849"/>
            <a:ext cx="8879311" cy="7463648"/>
          </a:xfrm>
        </p:spPr>
        <p:txBody>
          <a:bodyPr/>
          <a:lstStyle>
            <a:lvl1pPr>
              <a:defRPr sz="5500"/>
            </a:lvl1pPr>
            <a:lvl2pPr>
              <a:defRPr sz="4700"/>
            </a:lvl2pPr>
            <a:lvl3pPr>
              <a:defRPr sz="3900"/>
            </a:lvl3pPr>
            <a:lvl4pPr>
              <a:defRPr sz="3500"/>
            </a:lvl4pPr>
            <a:lvl5pPr>
              <a:defRPr sz="3500"/>
            </a:lvl5pPr>
            <a:lvl6pPr>
              <a:defRPr sz="3500"/>
            </a:lvl6pPr>
            <a:lvl7pPr>
              <a:defRPr sz="3500"/>
            </a:lvl7pPr>
            <a:lvl8pPr>
              <a:defRPr sz="3500"/>
            </a:lvl8pPr>
            <a:lvl9pPr>
              <a:defRPr sz="35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10219585" y="2638849"/>
            <a:ext cx="8879311" cy="7463648"/>
          </a:xfrm>
        </p:spPr>
        <p:txBody>
          <a:bodyPr/>
          <a:lstStyle>
            <a:lvl1pPr>
              <a:defRPr sz="5500"/>
            </a:lvl1pPr>
            <a:lvl2pPr>
              <a:defRPr sz="4700"/>
            </a:lvl2pPr>
            <a:lvl3pPr>
              <a:defRPr sz="3900"/>
            </a:lvl3pPr>
            <a:lvl4pPr>
              <a:defRPr sz="3500"/>
            </a:lvl4pPr>
            <a:lvl5pPr>
              <a:defRPr sz="3500"/>
            </a:lvl5pPr>
            <a:lvl6pPr>
              <a:defRPr sz="3500"/>
            </a:lvl6pPr>
            <a:lvl7pPr>
              <a:defRPr sz="3500"/>
            </a:lvl7pPr>
            <a:lvl8pPr>
              <a:defRPr sz="3500"/>
            </a:lvl8pPr>
            <a:lvl9pPr>
              <a:defRPr sz="35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34C0D-3E2C-4BFA-9E86-42BE061C8432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01.11.2025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B11000-5AB8-4B1D-B861-D0A7E724EF0D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7739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005206" y="2531519"/>
            <a:ext cx="8882801" cy="1055015"/>
          </a:xfrm>
        </p:spPr>
        <p:txBody>
          <a:bodyPr anchor="b"/>
          <a:lstStyle>
            <a:lvl1pPr marL="0" indent="0">
              <a:buNone/>
              <a:defRPr sz="4700" b="1"/>
            </a:lvl1pPr>
            <a:lvl2pPr marL="897462" indent="0">
              <a:buNone/>
              <a:defRPr sz="3900" b="1"/>
            </a:lvl2pPr>
            <a:lvl3pPr marL="1794922" indent="0">
              <a:buNone/>
              <a:defRPr sz="3500" b="1"/>
            </a:lvl3pPr>
            <a:lvl4pPr marL="2692384" indent="0">
              <a:buNone/>
              <a:defRPr sz="3100" b="1"/>
            </a:lvl4pPr>
            <a:lvl5pPr marL="3589845" indent="0">
              <a:buNone/>
              <a:defRPr sz="3100" b="1"/>
            </a:lvl5pPr>
            <a:lvl6pPr marL="4487305" indent="0">
              <a:buNone/>
              <a:defRPr sz="3100" b="1"/>
            </a:lvl6pPr>
            <a:lvl7pPr marL="5384766" indent="0">
              <a:buNone/>
              <a:defRPr sz="3100" b="1"/>
            </a:lvl7pPr>
            <a:lvl8pPr marL="6282228" indent="0">
              <a:buNone/>
              <a:defRPr sz="3100" b="1"/>
            </a:lvl8pPr>
            <a:lvl9pPr marL="7179689" indent="0">
              <a:buNone/>
              <a:defRPr sz="31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1005206" y="3586534"/>
            <a:ext cx="8882801" cy="6515967"/>
          </a:xfrm>
        </p:spPr>
        <p:txBody>
          <a:bodyPr/>
          <a:lstStyle>
            <a:lvl1pPr>
              <a:defRPr sz="4700"/>
            </a:lvl1pPr>
            <a:lvl2pPr>
              <a:defRPr sz="3900"/>
            </a:lvl2pPr>
            <a:lvl3pPr>
              <a:defRPr sz="3500"/>
            </a:lvl3pPr>
            <a:lvl4pPr>
              <a:defRPr sz="3100"/>
            </a:lvl4pPr>
            <a:lvl5pPr>
              <a:defRPr sz="3100"/>
            </a:lvl5pPr>
            <a:lvl6pPr>
              <a:defRPr sz="3100"/>
            </a:lvl6pPr>
            <a:lvl7pPr>
              <a:defRPr sz="3100"/>
            </a:lvl7pPr>
            <a:lvl8pPr>
              <a:defRPr sz="3100"/>
            </a:lvl8pPr>
            <a:lvl9pPr>
              <a:defRPr sz="31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10212606" y="2531519"/>
            <a:ext cx="8886291" cy="1055015"/>
          </a:xfrm>
        </p:spPr>
        <p:txBody>
          <a:bodyPr anchor="b"/>
          <a:lstStyle>
            <a:lvl1pPr marL="0" indent="0">
              <a:buNone/>
              <a:defRPr sz="4700" b="1"/>
            </a:lvl1pPr>
            <a:lvl2pPr marL="897462" indent="0">
              <a:buNone/>
              <a:defRPr sz="3900" b="1"/>
            </a:lvl2pPr>
            <a:lvl3pPr marL="1794922" indent="0">
              <a:buNone/>
              <a:defRPr sz="3500" b="1"/>
            </a:lvl3pPr>
            <a:lvl4pPr marL="2692384" indent="0">
              <a:buNone/>
              <a:defRPr sz="3100" b="1"/>
            </a:lvl4pPr>
            <a:lvl5pPr marL="3589845" indent="0">
              <a:buNone/>
              <a:defRPr sz="3100" b="1"/>
            </a:lvl5pPr>
            <a:lvl6pPr marL="4487305" indent="0">
              <a:buNone/>
              <a:defRPr sz="3100" b="1"/>
            </a:lvl6pPr>
            <a:lvl7pPr marL="5384766" indent="0">
              <a:buNone/>
              <a:defRPr sz="3100" b="1"/>
            </a:lvl7pPr>
            <a:lvl8pPr marL="6282228" indent="0">
              <a:buNone/>
              <a:defRPr sz="3100" b="1"/>
            </a:lvl8pPr>
            <a:lvl9pPr marL="7179689" indent="0">
              <a:buNone/>
              <a:defRPr sz="31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10212606" y="3586534"/>
            <a:ext cx="8886291" cy="6515967"/>
          </a:xfrm>
        </p:spPr>
        <p:txBody>
          <a:bodyPr/>
          <a:lstStyle>
            <a:lvl1pPr>
              <a:defRPr sz="4700"/>
            </a:lvl1pPr>
            <a:lvl2pPr>
              <a:defRPr sz="3900"/>
            </a:lvl2pPr>
            <a:lvl3pPr>
              <a:defRPr sz="3500"/>
            </a:lvl3pPr>
            <a:lvl4pPr>
              <a:defRPr sz="3100"/>
            </a:lvl4pPr>
            <a:lvl5pPr>
              <a:defRPr sz="3100"/>
            </a:lvl5pPr>
            <a:lvl6pPr>
              <a:defRPr sz="3100"/>
            </a:lvl6pPr>
            <a:lvl7pPr>
              <a:defRPr sz="3100"/>
            </a:lvl7pPr>
            <a:lvl8pPr>
              <a:defRPr sz="3100"/>
            </a:lvl8pPr>
            <a:lvl9pPr>
              <a:defRPr sz="31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34C0D-3E2C-4BFA-9E86-42BE061C8432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01.11.2025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B11000-5AB8-4B1D-B861-D0A7E724EF0D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671042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34C0D-3E2C-4BFA-9E86-42BE061C8432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01.11.2025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B11000-5AB8-4B1D-B861-D0A7E724EF0D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5631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34C0D-3E2C-4BFA-9E86-42BE061C8432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01.11.2025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B11000-5AB8-4B1D-B861-D0A7E724EF0D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1389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05207" y="450283"/>
            <a:ext cx="6614111" cy="1916307"/>
          </a:xfrm>
        </p:spPr>
        <p:txBody>
          <a:bodyPr anchor="b"/>
          <a:lstStyle>
            <a:lvl1pPr algn="l">
              <a:defRPr sz="3900" b="1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7860147" y="450284"/>
            <a:ext cx="11238749" cy="9652217"/>
          </a:xfrm>
        </p:spPr>
        <p:txBody>
          <a:bodyPr/>
          <a:lstStyle>
            <a:lvl1pPr>
              <a:defRPr sz="6300"/>
            </a:lvl1pPr>
            <a:lvl2pPr>
              <a:defRPr sz="5500"/>
            </a:lvl2pPr>
            <a:lvl3pPr>
              <a:defRPr sz="4700"/>
            </a:lvl3pPr>
            <a:lvl4pPr>
              <a:defRPr sz="3900"/>
            </a:lvl4pPr>
            <a:lvl5pPr>
              <a:defRPr sz="3900"/>
            </a:lvl5pPr>
            <a:lvl6pPr>
              <a:defRPr sz="3900"/>
            </a:lvl6pPr>
            <a:lvl7pPr>
              <a:defRPr sz="3900"/>
            </a:lvl7pPr>
            <a:lvl8pPr>
              <a:defRPr sz="3900"/>
            </a:lvl8pPr>
            <a:lvl9pPr>
              <a:defRPr sz="39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005207" y="2366587"/>
            <a:ext cx="6614111" cy="7735910"/>
          </a:xfrm>
        </p:spPr>
        <p:txBody>
          <a:bodyPr/>
          <a:lstStyle>
            <a:lvl1pPr marL="0" indent="0">
              <a:buNone/>
              <a:defRPr sz="2700"/>
            </a:lvl1pPr>
            <a:lvl2pPr marL="897462" indent="0">
              <a:buNone/>
              <a:defRPr sz="2400"/>
            </a:lvl2pPr>
            <a:lvl3pPr marL="1794922" indent="0">
              <a:buNone/>
              <a:defRPr sz="2000"/>
            </a:lvl3pPr>
            <a:lvl4pPr marL="2692384" indent="0">
              <a:buNone/>
              <a:defRPr sz="1800"/>
            </a:lvl4pPr>
            <a:lvl5pPr marL="3589845" indent="0">
              <a:buNone/>
              <a:defRPr sz="1800"/>
            </a:lvl5pPr>
            <a:lvl6pPr marL="4487305" indent="0">
              <a:buNone/>
              <a:defRPr sz="1800"/>
            </a:lvl6pPr>
            <a:lvl7pPr marL="5384766" indent="0">
              <a:buNone/>
              <a:defRPr sz="1800"/>
            </a:lvl7pPr>
            <a:lvl8pPr marL="6282228" indent="0">
              <a:buNone/>
              <a:defRPr sz="1800"/>
            </a:lvl8pPr>
            <a:lvl9pPr marL="7179689" indent="0">
              <a:buNone/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34C0D-3E2C-4BFA-9E86-42BE061C8432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01.11.2025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B11000-5AB8-4B1D-B861-D0A7E724EF0D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006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940544" y="7916549"/>
            <a:ext cx="12062460" cy="934593"/>
          </a:xfrm>
        </p:spPr>
        <p:txBody>
          <a:bodyPr anchor="b"/>
          <a:lstStyle>
            <a:lvl1pPr algn="l">
              <a:defRPr sz="3900" b="1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3940544" y="1010511"/>
            <a:ext cx="12062460" cy="6785610"/>
          </a:xfrm>
        </p:spPr>
        <p:txBody>
          <a:bodyPr/>
          <a:lstStyle>
            <a:lvl1pPr marL="0" indent="0">
              <a:buNone/>
              <a:defRPr sz="6300"/>
            </a:lvl1pPr>
            <a:lvl2pPr marL="897462" indent="0">
              <a:buNone/>
              <a:defRPr sz="5500"/>
            </a:lvl2pPr>
            <a:lvl3pPr marL="1794922" indent="0">
              <a:buNone/>
              <a:defRPr sz="4700"/>
            </a:lvl3pPr>
            <a:lvl4pPr marL="2692384" indent="0">
              <a:buNone/>
              <a:defRPr sz="3900"/>
            </a:lvl4pPr>
            <a:lvl5pPr marL="3589845" indent="0">
              <a:buNone/>
              <a:defRPr sz="3900"/>
            </a:lvl5pPr>
            <a:lvl6pPr marL="4487305" indent="0">
              <a:buNone/>
              <a:defRPr sz="3900"/>
            </a:lvl6pPr>
            <a:lvl7pPr marL="5384766" indent="0">
              <a:buNone/>
              <a:defRPr sz="3900"/>
            </a:lvl7pPr>
            <a:lvl8pPr marL="6282228" indent="0">
              <a:buNone/>
              <a:defRPr sz="3900"/>
            </a:lvl8pPr>
            <a:lvl9pPr marL="7179689" indent="0">
              <a:buNone/>
              <a:defRPr sz="3900"/>
            </a:lvl9pPr>
          </a:lstStyle>
          <a:p>
            <a:r>
              <a:rPr lang="ru-RU"/>
              <a:t>Вставка рисунка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3940544" y="8851142"/>
            <a:ext cx="12062460" cy="1327277"/>
          </a:xfrm>
        </p:spPr>
        <p:txBody>
          <a:bodyPr/>
          <a:lstStyle>
            <a:lvl1pPr marL="0" indent="0">
              <a:buNone/>
              <a:defRPr sz="2700"/>
            </a:lvl1pPr>
            <a:lvl2pPr marL="897462" indent="0">
              <a:buNone/>
              <a:defRPr sz="2400"/>
            </a:lvl2pPr>
            <a:lvl3pPr marL="1794922" indent="0">
              <a:buNone/>
              <a:defRPr sz="2000"/>
            </a:lvl3pPr>
            <a:lvl4pPr marL="2692384" indent="0">
              <a:buNone/>
              <a:defRPr sz="1800"/>
            </a:lvl4pPr>
            <a:lvl5pPr marL="3589845" indent="0">
              <a:buNone/>
              <a:defRPr sz="1800"/>
            </a:lvl5pPr>
            <a:lvl6pPr marL="4487305" indent="0">
              <a:buNone/>
              <a:defRPr sz="1800"/>
            </a:lvl6pPr>
            <a:lvl7pPr marL="5384766" indent="0">
              <a:buNone/>
              <a:defRPr sz="1800"/>
            </a:lvl7pPr>
            <a:lvl8pPr marL="6282228" indent="0">
              <a:buNone/>
              <a:defRPr sz="1800"/>
            </a:lvl8pPr>
            <a:lvl9pPr marL="7179689" indent="0">
              <a:buNone/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34C0D-3E2C-4BFA-9E86-42BE061C8432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01.11.2025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B11000-5AB8-4B1D-B861-D0A7E724EF0D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3667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34C0D-3E2C-4BFA-9E86-42BE061C8432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01.11.2025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B11000-5AB8-4B1D-B861-D0A7E724EF0D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34514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14575473" y="452899"/>
            <a:ext cx="4523423" cy="964959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1005205" y="452899"/>
            <a:ext cx="13235199" cy="964959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34C0D-3E2C-4BFA-9E86-42BE061C8432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01.11.2025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B11000-5AB8-4B1D-B861-D0A7E724EF0D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877446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2.jp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-17000" r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05206" y="452898"/>
            <a:ext cx="18093691" cy="1884892"/>
          </a:xfrm>
          <a:prstGeom prst="rect">
            <a:avLst/>
          </a:prstGeom>
        </p:spPr>
        <p:txBody>
          <a:bodyPr vert="horz" lIns="179410" tIns="89705" rIns="179410" bIns="89705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005206" y="2638849"/>
            <a:ext cx="18093691" cy="7463648"/>
          </a:xfrm>
          <a:prstGeom prst="rect">
            <a:avLst/>
          </a:prstGeom>
        </p:spPr>
        <p:txBody>
          <a:bodyPr vert="horz" lIns="179410" tIns="89705" rIns="179410" bIns="89705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1005206" y="10482096"/>
            <a:ext cx="4690957" cy="602118"/>
          </a:xfrm>
          <a:prstGeom prst="rect">
            <a:avLst/>
          </a:prstGeom>
        </p:spPr>
        <p:txBody>
          <a:bodyPr vert="horz" lIns="179410" tIns="89705" rIns="179410" bIns="89705" rtlCol="0" anchor="ctr"/>
          <a:lstStyle>
            <a:lvl1pPr algn="l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1794047"/>
            <a:fld id="{508FF5C5-FE0D-4232-9D4E-8A2066FAA725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 defTabSz="1794047"/>
              <a:t>01.11.2025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6868902" y="10482096"/>
            <a:ext cx="6366297" cy="602118"/>
          </a:xfrm>
          <a:prstGeom prst="rect">
            <a:avLst/>
          </a:prstGeom>
        </p:spPr>
        <p:txBody>
          <a:bodyPr vert="horz" lIns="179410" tIns="89705" rIns="179410" bIns="89705" rtlCol="0" anchor="ctr"/>
          <a:lstStyle>
            <a:lvl1pPr algn="ctr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1794047"/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14407938" y="10482096"/>
            <a:ext cx="4690957" cy="602118"/>
          </a:xfrm>
          <a:prstGeom prst="rect">
            <a:avLst/>
          </a:prstGeom>
        </p:spPr>
        <p:txBody>
          <a:bodyPr vert="horz" lIns="179410" tIns="89705" rIns="179410" bIns="89705" rtlCol="0" anchor="ctr"/>
          <a:lstStyle>
            <a:lvl1pPr algn="r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1794047"/>
            <a:fld id="{E81C6210-EE78-416C-B8FD-575D97BA85A9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 defTabSz="1794047"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47627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4" r:id="rId2"/>
    <p:sldLayoutId id="2147483695" r:id="rId3"/>
    <p:sldLayoutId id="2147483696" r:id="rId4"/>
    <p:sldLayoutId id="2147483697" r:id="rId5"/>
    <p:sldLayoutId id="2147483698" r:id="rId6"/>
    <p:sldLayoutId id="2147483699" r:id="rId7"/>
    <p:sldLayoutId id="2147483700" r:id="rId8"/>
    <p:sldLayoutId id="2147483701" r:id="rId9"/>
    <p:sldLayoutId id="2147483702" r:id="rId10"/>
    <p:sldLayoutId id="2147483703" r:id="rId11"/>
  </p:sldLayoutIdLst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xStyles>
    <p:titleStyle>
      <a:lvl1pPr algn="ctr" defTabSz="1794047" rtl="0" eaLnBrk="1" latinLnBrk="0" hangingPunct="1">
        <a:spcBef>
          <a:spcPct val="0"/>
        </a:spcBef>
        <a:buNone/>
        <a:defRPr sz="8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72767" indent="-672767" algn="l" defTabSz="1794047" rtl="0" eaLnBrk="1" latinLnBrk="0" hangingPunct="1">
        <a:spcBef>
          <a:spcPct val="20000"/>
        </a:spcBef>
        <a:buFont typeface="Arial" panose="020B0604020202020204" pitchFamily="34" charset="0"/>
        <a:buChar char="•"/>
        <a:defRPr sz="6300" kern="1200">
          <a:solidFill>
            <a:schemeClr val="tx1"/>
          </a:solidFill>
          <a:latin typeface="+mn-lt"/>
          <a:ea typeface="+mn-ea"/>
          <a:cs typeface="+mn-cs"/>
        </a:defRPr>
      </a:lvl1pPr>
      <a:lvl2pPr marL="1457664" indent="-560638" algn="l" defTabSz="1794047" rtl="0" eaLnBrk="1" latinLnBrk="0" hangingPunct="1">
        <a:spcBef>
          <a:spcPct val="20000"/>
        </a:spcBef>
        <a:buFont typeface="Arial" panose="020B0604020202020204" pitchFamily="34" charset="0"/>
        <a:buChar char="–"/>
        <a:defRPr sz="5500" kern="1200">
          <a:solidFill>
            <a:schemeClr val="tx1"/>
          </a:solidFill>
          <a:latin typeface="+mn-lt"/>
          <a:ea typeface="+mn-ea"/>
          <a:cs typeface="+mn-cs"/>
        </a:defRPr>
      </a:lvl2pPr>
      <a:lvl3pPr marL="2242559" indent="-448510" algn="l" defTabSz="1794047" rtl="0" eaLnBrk="1" latinLnBrk="0" hangingPunct="1">
        <a:spcBef>
          <a:spcPct val="20000"/>
        </a:spcBef>
        <a:buFont typeface="Arial" panose="020B0604020202020204" pitchFamily="34" charset="0"/>
        <a:buChar char="•"/>
        <a:defRPr sz="4700" kern="1200">
          <a:solidFill>
            <a:schemeClr val="tx1"/>
          </a:solidFill>
          <a:latin typeface="+mn-lt"/>
          <a:ea typeface="+mn-ea"/>
          <a:cs typeface="+mn-cs"/>
        </a:defRPr>
      </a:lvl3pPr>
      <a:lvl4pPr marL="3139581" indent="-448510" algn="l" defTabSz="1794047" rtl="0" eaLnBrk="1" latinLnBrk="0" hangingPunct="1">
        <a:spcBef>
          <a:spcPct val="20000"/>
        </a:spcBef>
        <a:buFont typeface="Arial" panose="020B0604020202020204" pitchFamily="34" charset="0"/>
        <a:buChar char="–"/>
        <a:defRPr sz="3900" kern="1200">
          <a:solidFill>
            <a:schemeClr val="tx1"/>
          </a:solidFill>
          <a:latin typeface="+mn-lt"/>
          <a:ea typeface="+mn-ea"/>
          <a:cs typeface="+mn-cs"/>
        </a:defRPr>
      </a:lvl4pPr>
      <a:lvl5pPr marL="4036604" indent="-448510" algn="l" defTabSz="1794047" rtl="0" eaLnBrk="1" latinLnBrk="0" hangingPunct="1">
        <a:spcBef>
          <a:spcPct val="20000"/>
        </a:spcBef>
        <a:buFont typeface="Arial" panose="020B0604020202020204" pitchFamily="34" charset="0"/>
        <a:buChar char="»"/>
        <a:defRPr sz="3900" kern="1200">
          <a:solidFill>
            <a:schemeClr val="tx1"/>
          </a:solidFill>
          <a:latin typeface="+mn-lt"/>
          <a:ea typeface="+mn-ea"/>
          <a:cs typeface="+mn-cs"/>
        </a:defRPr>
      </a:lvl5pPr>
      <a:lvl6pPr marL="4933628" indent="-448510" algn="l" defTabSz="1794047" rtl="0" eaLnBrk="1" latinLnBrk="0" hangingPunct="1">
        <a:spcBef>
          <a:spcPct val="20000"/>
        </a:spcBef>
        <a:buFont typeface="Arial" panose="020B0604020202020204" pitchFamily="34" charset="0"/>
        <a:buChar char="•"/>
        <a:defRPr sz="3900" kern="1200">
          <a:solidFill>
            <a:schemeClr val="tx1"/>
          </a:solidFill>
          <a:latin typeface="+mn-lt"/>
          <a:ea typeface="+mn-ea"/>
          <a:cs typeface="+mn-cs"/>
        </a:defRPr>
      </a:lvl6pPr>
      <a:lvl7pPr marL="5830650" indent="-448510" algn="l" defTabSz="1794047" rtl="0" eaLnBrk="1" latinLnBrk="0" hangingPunct="1">
        <a:spcBef>
          <a:spcPct val="20000"/>
        </a:spcBef>
        <a:buFont typeface="Arial" panose="020B0604020202020204" pitchFamily="34" charset="0"/>
        <a:buChar char="•"/>
        <a:defRPr sz="3900" kern="1200">
          <a:solidFill>
            <a:schemeClr val="tx1"/>
          </a:solidFill>
          <a:latin typeface="+mn-lt"/>
          <a:ea typeface="+mn-ea"/>
          <a:cs typeface="+mn-cs"/>
        </a:defRPr>
      </a:lvl7pPr>
      <a:lvl8pPr marL="6727673" indent="-448510" algn="l" defTabSz="1794047" rtl="0" eaLnBrk="1" latinLnBrk="0" hangingPunct="1">
        <a:spcBef>
          <a:spcPct val="20000"/>
        </a:spcBef>
        <a:buFont typeface="Arial" panose="020B0604020202020204" pitchFamily="34" charset="0"/>
        <a:buChar char="•"/>
        <a:defRPr sz="3900" kern="1200">
          <a:solidFill>
            <a:schemeClr val="tx1"/>
          </a:solidFill>
          <a:latin typeface="+mn-lt"/>
          <a:ea typeface="+mn-ea"/>
          <a:cs typeface="+mn-cs"/>
        </a:defRPr>
      </a:lvl8pPr>
      <a:lvl9pPr marL="7624697" indent="-448510" algn="l" defTabSz="1794047" rtl="0" eaLnBrk="1" latinLnBrk="0" hangingPunct="1">
        <a:spcBef>
          <a:spcPct val="20000"/>
        </a:spcBef>
        <a:buFont typeface="Arial" panose="020B0604020202020204" pitchFamily="34" charset="0"/>
        <a:buChar char="•"/>
        <a:defRPr sz="3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1794047" rtl="0" eaLnBrk="1" latinLnBrk="0" hangingPunct="1">
        <a:defRPr sz="3500" kern="1200">
          <a:solidFill>
            <a:schemeClr val="tx1"/>
          </a:solidFill>
          <a:latin typeface="+mn-lt"/>
          <a:ea typeface="+mn-ea"/>
          <a:cs typeface="+mn-cs"/>
        </a:defRPr>
      </a:lvl1pPr>
      <a:lvl2pPr marL="897026" algn="l" defTabSz="1794047" rtl="0" eaLnBrk="1" latinLnBrk="0" hangingPunct="1">
        <a:defRPr sz="3500" kern="1200">
          <a:solidFill>
            <a:schemeClr val="tx1"/>
          </a:solidFill>
          <a:latin typeface="+mn-lt"/>
          <a:ea typeface="+mn-ea"/>
          <a:cs typeface="+mn-cs"/>
        </a:defRPr>
      </a:lvl2pPr>
      <a:lvl3pPr marL="1794047" algn="l" defTabSz="1794047" rtl="0" eaLnBrk="1" latinLnBrk="0" hangingPunct="1">
        <a:defRPr sz="3500" kern="1200">
          <a:solidFill>
            <a:schemeClr val="tx1"/>
          </a:solidFill>
          <a:latin typeface="+mn-lt"/>
          <a:ea typeface="+mn-ea"/>
          <a:cs typeface="+mn-cs"/>
        </a:defRPr>
      </a:lvl3pPr>
      <a:lvl4pPr marL="2691069" algn="l" defTabSz="1794047" rtl="0" eaLnBrk="1" latinLnBrk="0" hangingPunct="1">
        <a:defRPr sz="3500" kern="1200">
          <a:solidFill>
            <a:schemeClr val="tx1"/>
          </a:solidFill>
          <a:latin typeface="+mn-lt"/>
          <a:ea typeface="+mn-ea"/>
          <a:cs typeface="+mn-cs"/>
        </a:defRPr>
      </a:lvl4pPr>
      <a:lvl5pPr marL="3588091" algn="l" defTabSz="1794047" rtl="0" eaLnBrk="1" latinLnBrk="0" hangingPunct="1">
        <a:defRPr sz="3500" kern="1200">
          <a:solidFill>
            <a:schemeClr val="tx1"/>
          </a:solidFill>
          <a:latin typeface="+mn-lt"/>
          <a:ea typeface="+mn-ea"/>
          <a:cs typeface="+mn-cs"/>
        </a:defRPr>
      </a:lvl5pPr>
      <a:lvl6pPr marL="4485115" algn="l" defTabSz="1794047" rtl="0" eaLnBrk="1" latinLnBrk="0" hangingPunct="1">
        <a:defRPr sz="3500" kern="1200">
          <a:solidFill>
            <a:schemeClr val="tx1"/>
          </a:solidFill>
          <a:latin typeface="+mn-lt"/>
          <a:ea typeface="+mn-ea"/>
          <a:cs typeface="+mn-cs"/>
        </a:defRPr>
      </a:lvl6pPr>
      <a:lvl7pPr marL="5382138" algn="l" defTabSz="1794047" rtl="0" eaLnBrk="1" latinLnBrk="0" hangingPunct="1">
        <a:defRPr sz="3500" kern="1200">
          <a:solidFill>
            <a:schemeClr val="tx1"/>
          </a:solidFill>
          <a:latin typeface="+mn-lt"/>
          <a:ea typeface="+mn-ea"/>
          <a:cs typeface="+mn-cs"/>
        </a:defRPr>
      </a:lvl7pPr>
      <a:lvl8pPr marL="6279162" algn="l" defTabSz="1794047" rtl="0" eaLnBrk="1" latinLnBrk="0" hangingPunct="1">
        <a:defRPr sz="3500" kern="1200">
          <a:solidFill>
            <a:schemeClr val="tx1"/>
          </a:solidFill>
          <a:latin typeface="+mn-lt"/>
          <a:ea typeface="+mn-ea"/>
          <a:cs typeface="+mn-cs"/>
        </a:defRPr>
      </a:lvl8pPr>
      <a:lvl9pPr marL="7176184" algn="l" defTabSz="1794047" rtl="0" eaLnBrk="1" latinLnBrk="0" hangingPunct="1">
        <a:defRPr sz="3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05206" y="452898"/>
            <a:ext cx="18093691" cy="1884892"/>
          </a:xfrm>
          <a:prstGeom prst="rect">
            <a:avLst/>
          </a:prstGeom>
        </p:spPr>
        <p:txBody>
          <a:bodyPr vert="horz" lIns="179497" tIns="89748" rIns="179497" bIns="89748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005206" y="2638849"/>
            <a:ext cx="18093691" cy="7463648"/>
          </a:xfrm>
          <a:prstGeom prst="rect">
            <a:avLst/>
          </a:prstGeom>
        </p:spPr>
        <p:txBody>
          <a:bodyPr vert="horz" lIns="179497" tIns="89748" rIns="179497" bIns="89748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1005206" y="10482093"/>
            <a:ext cx="4690957" cy="602118"/>
          </a:xfrm>
          <a:prstGeom prst="rect">
            <a:avLst/>
          </a:prstGeom>
        </p:spPr>
        <p:txBody>
          <a:bodyPr vert="horz" lIns="179497" tIns="89748" rIns="179497" bIns="89748" rtlCol="0" anchor="ctr"/>
          <a:lstStyle>
            <a:lvl1pPr algn="l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1794922"/>
            <a:fld id="{2CF34C0D-3E2C-4BFA-9E86-42BE061C8432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 defTabSz="1794922"/>
              <a:t>01.11.2025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6868902" y="10482093"/>
            <a:ext cx="6366297" cy="602118"/>
          </a:xfrm>
          <a:prstGeom prst="rect">
            <a:avLst/>
          </a:prstGeom>
        </p:spPr>
        <p:txBody>
          <a:bodyPr vert="horz" lIns="179497" tIns="89748" rIns="179497" bIns="89748" rtlCol="0" anchor="ctr"/>
          <a:lstStyle>
            <a:lvl1pPr algn="ctr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1794922"/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14407938" y="10482093"/>
            <a:ext cx="4690957" cy="602118"/>
          </a:xfrm>
          <a:prstGeom prst="rect">
            <a:avLst/>
          </a:prstGeom>
        </p:spPr>
        <p:txBody>
          <a:bodyPr vert="horz" lIns="179497" tIns="89748" rIns="179497" bIns="89748" rtlCol="0" anchor="ctr"/>
          <a:lstStyle>
            <a:lvl1pPr algn="r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1794922"/>
            <a:fld id="{9DB11000-5AB8-4B1D-B861-D0A7E724EF0D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 defTabSz="1794922"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564934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</p:sldLayoutIdLst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xStyles>
    <p:titleStyle>
      <a:lvl1pPr algn="ctr" defTabSz="1794922" rtl="0" eaLnBrk="1" latinLnBrk="0" hangingPunct="1">
        <a:spcBef>
          <a:spcPct val="0"/>
        </a:spcBef>
        <a:buNone/>
        <a:defRPr sz="8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73096" indent="-673096" algn="l" defTabSz="1794922" rtl="0" eaLnBrk="1" latinLnBrk="0" hangingPunct="1">
        <a:spcBef>
          <a:spcPct val="20000"/>
        </a:spcBef>
        <a:buFont typeface="Arial" panose="020B0604020202020204" pitchFamily="34" charset="0"/>
        <a:buChar char="•"/>
        <a:defRPr sz="6300" kern="1200">
          <a:solidFill>
            <a:schemeClr val="tx1"/>
          </a:solidFill>
          <a:latin typeface="+mn-lt"/>
          <a:ea typeface="+mn-ea"/>
          <a:cs typeface="+mn-cs"/>
        </a:defRPr>
      </a:lvl1pPr>
      <a:lvl2pPr marL="1458375" indent="-560913" algn="l" defTabSz="1794922" rtl="0" eaLnBrk="1" latinLnBrk="0" hangingPunct="1">
        <a:spcBef>
          <a:spcPct val="20000"/>
        </a:spcBef>
        <a:buFont typeface="Arial" panose="020B0604020202020204" pitchFamily="34" charset="0"/>
        <a:buChar char="–"/>
        <a:defRPr sz="5500" kern="1200">
          <a:solidFill>
            <a:schemeClr val="tx1"/>
          </a:solidFill>
          <a:latin typeface="+mn-lt"/>
          <a:ea typeface="+mn-ea"/>
          <a:cs typeface="+mn-cs"/>
        </a:defRPr>
      </a:lvl2pPr>
      <a:lvl3pPr marL="2243653" indent="-448730" algn="l" defTabSz="1794922" rtl="0" eaLnBrk="1" latinLnBrk="0" hangingPunct="1">
        <a:spcBef>
          <a:spcPct val="20000"/>
        </a:spcBef>
        <a:buFont typeface="Arial" panose="020B0604020202020204" pitchFamily="34" charset="0"/>
        <a:buChar char="•"/>
        <a:defRPr sz="4700" kern="1200">
          <a:solidFill>
            <a:schemeClr val="tx1"/>
          </a:solidFill>
          <a:latin typeface="+mn-lt"/>
          <a:ea typeface="+mn-ea"/>
          <a:cs typeface="+mn-cs"/>
        </a:defRPr>
      </a:lvl3pPr>
      <a:lvl4pPr marL="3141114" indent="-448730" algn="l" defTabSz="1794922" rtl="0" eaLnBrk="1" latinLnBrk="0" hangingPunct="1">
        <a:spcBef>
          <a:spcPct val="20000"/>
        </a:spcBef>
        <a:buFont typeface="Arial" panose="020B0604020202020204" pitchFamily="34" charset="0"/>
        <a:buChar char="–"/>
        <a:defRPr sz="3900" kern="1200">
          <a:solidFill>
            <a:schemeClr val="tx1"/>
          </a:solidFill>
          <a:latin typeface="+mn-lt"/>
          <a:ea typeface="+mn-ea"/>
          <a:cs typeface="+mn-cs"/>
        </a:defRPr>
      </a:lvl4pPr>
      <a:lvl5pPr marL="4038575" indent="-448730" algn="l" defTabSz="1794922" rtl="0" eaLnBrk="1" latinLnBrk="0" hangingPunct="1">
        <a:spcBef>
          <a:spcPct val="20000"/>
        </a:spcBef>
        <a:buFont typeface="Arial" panose="020B0604020202020204" pitchFamily="34" charset="0"/>
        <a:buChar char="»"/>
        <a:defRPr sz="3900" kern="1200">
          <a:solidFill>
            <a:schemeClr val="tx1"/>
          </a:solidFill>
          <a:latin typeface="+mn-lt"/>
          <a:ea typeface="+mn-ea"/>
          <a:cs typeface="+mn-cs"/>
        </a:defRPr>
      </a:lvl5pPr>
      <a:lvl6pPr marL="4936037" indent="-448730" algn="l" defTabSz="1794922" rtl="0" eaLnBrk="1" latinLnBrk="0" hangingPunct="1">
        <a:spcBef>
          <a:spcPct val="20000"/>
        </a:spcBef>
        <a:buFont typeface="Arial" panose="020B0604020202020204" pitchFamily="34" charset="0"/>
        <a:buChar char="•"/>
        <a:defRPr sz="3900" kern="1200">
          <a:solidFill>
            <a:schemeClr val="tx1"/>
          </a:solidFill>
          <a:latin typeface="+mn-lt"/>
          <a:ea typeface="+mn-ea"/>
          <a:cs typeface="+mn-cs"/>
        </a:defRPr>
      </a:lvl6pPr>
      <a:lvl7pPr marL="5833498" indent="-448730" algn="l" defTabSz="1794922" rtl="0" eaLnBrk="1" latinLnBrk="0" hangingPunct="1">
        <a:spcBef>
          <a:spcPct val="20000"/>
        </a:spcBef>
        <a:buFont typeface="Arial" panose="020B0604020202020204" pitchFamily="34" charset="0"/>
        <a:buChar char="•"/>
        <a:defRPr sz="3900" kern="1200">
          <a:solidFill>
            <a:schemeClr val="tx1"/>
          </a:solidFill>
          <a:latin typeface="+mn-lt"/>
          <a:ea typeface="+mn-ea"/>
          <a:cs typeface="+mn-cs"/>
        </a:defRPr>
      </a:lvl7pPr>
      <a:lvl8pPr marL="6730959" indent="-448730" algn="l" defTabSz="1794922" rtl="0" eaLnBrk="1" latinLnBrk="0" hangingPunct="1">
        <a:spcBef>
          <a:spcPct val="20000"/>
        </a:spcBef>
        <a:buFont typeface="Arial" panose="020B0604020202020204" pitchFamily="34" charset="0"/>
        <a:buChar char="•"/>
        <a:defRPr sz="3900" kern="1200">
          <a:solidFill>
            <a:schemeClr val="tx1"/>
          </a:solidFill>
          <a:latin typeface="+mn-lt"/>
          <a:ea typeface="+mn-ea"/>
          <a:cs typeface="+mn-cs"/>
        </a:defRPr>
      </a:lvl8pPr>
      <a:lvl9pPr marL="7628421" indent="-448730" algn="l" defTabSz="1794922" rtl="0" eaLnBrk="1" latinLnBrk="0" hangingPunct="1">
        <a:spcBef>
          <a:spcPct val="20000"/>
        </a:spcBef>
        <a:buFont typeface="Arial" panose="020B0604020202020204" pitchFamily="34" charset="0"/>
        <a:buChar char="•"/>
        <a:defRPr sz="3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1794922" rtl="0" eaLnBrk="1" latinLnBrk="0" hangingPunct="1">
        <a:defRPr sz="3500" kern="1200">
          <a:solidFill>
            <a:schemeClr val="tx1"/>
          </a:solidFill>
          <a:latin typeface="+mn-lt"/>
          <a:ea typeface="+mn-ea"/>
          <a:cs typeface="+mn-cs"/>
        </a:defRPr>
      </a:lvl1pPr>
      <a:lvl2pPr marL="897462" algn="l" defTabSz="1794922" rtl="0" eaLnBrk="1" latinLnBrk="0" hangingPunct="1">
        <a:defRPr sz="3500" kern="1200">
          <a:solidFill>
            <a:schemeClr val="tx1"/>
          </a:solidFill>
          <a:latin typeface="+mn-lt"/>
          <a:ea typeface="+mn-ea"/>
          <a:cs typeface="+mn-cs"/>
        </a:defRPr>
      </a:lvl2pPr>
      <a:lvl3pPr marL="1794922" algn="l" defTabSz="1794922" rtl="0" eaLnBrk="1" latinLnBrk="0" hangingPunct="1">
        <a:defRPr sz="3500" kern="1200">
          <a:solidFill>
            <a:schemeClr val="tx1"/>
          </a:solidFill>
          <a:latin typeface="+mn-lt"/>
          <a:ea typeface="+mn-ea"/>
          <a:cs typeface="+mn-cs"/>
        </a:defRPr>
      </a:lvl3pPr>
      <a:lvl4pPr marL="2692384" algn="l" defTabSz="1794922" rtl="0" eaLnBrk="1" latinLnBrk="0" hangingPunct="1">
        <a:defRPr sz="3500" kern="1200">
          <a:solidFill>
            <a:schemeClr val="tx1"/>
          </a:solidFill>
          <a:latin typeface="+mn-lt"/>
          <a:ea typeface="+mn-ea"/>
          <a:cs typeface="+mn-cs"/>
        </a:defRPr>
      </a:lvl4pPr>
      <a:lvl5pPr marL="3589845" algn="l" defTabSz="1794922" rtl="0" eaLnBrk="1" latinLnBrk="0" hangingPunct="1">
        <a:defRPr sz="3500" kern="1200">
          <a:solidFill>
            <a:schemeClr val="tx1"/>
          </a:solidFill>
          <a:latin typeface="+mn-lt"/>
          <a:ea typeface="+mn-ea"/>
          <a:cs typeface="+mn-cs"/>
        </a:defRPr>
      </a:lvl5pPr>
      <a:lvl6pPr marL="4487305" algn="l" defTabSz="1794922" rtl="0" eaLnBrk="1" latinLnBrk="0" hangingPunct="1">
        <a:defRPr sz="3500" kern="1200">
          <a:solidFill>
            <a:schemeClr val="tx1"/>
          </a:solidFill>
          <a:latin typeface="+mn-lt"/>
          <a:ea typeface="+mn-ea"/>
          <a:cs typeface="+mn-cs"/>
        </a:defRPr>
      </a:lvl6pPr>
      <a:lvl7pPr marL="5384766" algn="l" defTabSz="1794922" rtl="0" eaLnBrk="1" latinLnBrk="0" hangingPunct="1">
        <a:defRPr sz="3500" kern="1200">
          <a:solidFill>
            <a:schemeClr val="tx1"/>
          </a:solidFill>
          <a:latin typeface="+mn-lt"/>
          <a:ea typeface="+mn-ea"/>
          <a:cs typeface="+mn-cs"/>
        </a:defRPr>
      </a:lvl7pPr>
      <a:lvl8pPr marL="6282228" algn="l" defTabSz="1794922" rtl="0" eaLnBrk="1" latinLnBrk="0" hangingPunct="1">
        <a:defRPr sz="3500" kern="1200">
          <a:solidFill>
            <a:schemeClr val="tx1"/>
          </a:solidFill>
          <a:latin typeface="+mn-lt"/>
          <a:ea typeface="+mn-ea"/>
          <a:cs typeface="+mn-cs"/>
        </a:defRPr>
      </a:lvl8pPr>
      <a:lvl9pPr marL="7179689" algn="l" defTabSz="1794922" rtl="0" eaLnBrk="1" latinLnBrk="0" hangingPunct="1">
        <a:defRPr sz="3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5">
            <a:extLst>
              <a:ext uri="{FF2B5EF4-FFF2-40B4-BE49-F238E27FC236}">
                <a16:creationId xmlns:a16="http://schemas.microsoft.com/office/drawing/2014/main" id="{3C17DED2-5852-844D-89B1-AC6304B37AD7}"/>
              </a:ext>
            </a:extLst>
          </p:cNvPr>
          <p:cNvSpPr/>
          <p:nvPr/>
        </p:nvSpPr>
        <p:spPr>
          <a:xfrm>
            <a:off x="5022850" y="1387475"/>
            <a:ext cx="12719925" cy="1200209"/>
          </a:xfrm>
          <a:prstGeom prst="rect">
            <a:avLst/>
          </a:prstGeom>
        </p:spPr>
        <p:txBody>
          <a:bodyPr wrap="none" lIns="91329" tIns="45661" rIns="91329" bIns="45661">
            <a:spAutoFit/>
          </a:bodyPr>
          <a:lstStyle/>
          <a:p>
            <a:r>
              <a:rPr lang="ru-RU" sz="2400" b="1" dirty="0">
                <a:solidFill>
                  <a:srgbClr val="0071CE"/>
                </a:solidFill>
                <a:latin typeface="IBM Plex Mono" panose="020B0509050203000203"/>
              </a:rPr>
              <a:t>Федеральное государственное бюджетное образовательное учреждение</a:t>
            </a:r>
          </a:p>
          <a:p>
            <a:r>
              <a:rPr lang="ru-RU" sz="2400" b="1" dirty="0">
                <a:solidFill>
                  <a:srgbClr val="0071CE"/>
                </a:solidFill>
                <a:latin typeface="IBM Plex Mono" panose="020B0509050203000203"/>
              </a:rPr>
              <a:t>высшего образования</a:t>
            </a:r>
            <a:r>
              <a:rPr lang="en-US" sz="2400" b="1" dirty="0">
                <a:solidFill>
                  <a:srgbClr val="0071CE"/>
                </a:solidFill>
                <a:latin typeface="IBM Plex Mono" panose="020B0509050203000203"/>
              </a:rPr>
              <a:t> </a:t>
            </a:r>
            <a:r>
              <a:rPr lang="ru-RU" sz="2400" b="1" dirty="0">
                <a:solidFill>
                  <a:srgbClr val="0071CE"/>
                </a:solidFill>
                <a:latin typeface="IBM Plex Mono" panose="020B0509050203000203"/>
              </a:rPr>
              <a:t>«МИРЭА – Российский технологический университет»</a:t>
            </a:r>
          </a:p>
          <a:p>
            <a:pPr algn="ctr"/>
            <a:r>
              <a:rPr lang="ru-RU" sz="2400" b="1" dirty="0">
                <a:solidFill>
                  <a:srgbClr val="0071CE"/>
                </a:solidFill>
                <a:latin typeface="IBM Plex Mono" panose="020B0509050203000203"/>
              </a:rPr>
              <a:t>Детский технопарк «Альтаир»</a:t>
            </a:r>
          </a:p>
        </p:txBody>
      </p:sp>
      <p:sp>
        <p:nvSpPr>
          <p:cNvPr id="3" name="object 4">
            <a:extLst>
              <a:ext uri="{FF2B5EF4-FFF2-40B4-BE49-F238E27FC236}">
                <a16:creationId xmlns:a16="http://schemas.microsoft.com/office/drawing/2014/main" id="{B2EE58B7-D116-1B4C-8728-126099082006}"/>
              </a:ext>
            </a:extLst>
          </p:cNvPr>
          <p:cNvSpPr txBox="1"/>
          <p:nvPr/>
        </p:nvSpPr>
        <p:spPr>
          <a:xfrm>
            <a:off x="1212850" y="4601726"/>
            <a:ext cx="14096999" cy="620226"/>
          </a:xfrm>
          <a:prstGeom prst="rect">
            <a:avLst/>
          </a:prstGeom>
        </p:spPr>
        <p:txBody>
          <a:bodyPr vert="horz" wrap="square" lIns="0" tIns="19868" rIns="0" bIns="0" rtlCol="0">
            <a:spAutoFit/>
          </a:bodyPr>
          <a:lstStyle/>
          <a:p>
            <a:pPr marR="8365"/>
            <a:r>
              <a:rPr lang="en-US" sz="3900" b="1" dirty="0">
                <a:solidFill>
                  <a:srgbClr val="2786D3"/>
                </a:solidFill>
                <a:latin typeface="Montserrat SemiBold" pitchFamily="2" charset="77"/>
                <a:cs typeface="Times New Roman" panose="02020603050405020304" pitchFamily="18" charset="0"/>
              </a:rPr>
              <a:t>Secure Stream</a:t>
            </a:r>
            <a:endParaRPr lang="ru-RU" sz="3900" b="1" dirty="0">
              <a:solidFill>
                <a:srgbClr val="2786D3"/>
              </a:solidFill>
              <a:latin typeface="Montserrat SemiBold" pitchFamily="2" charset="77"/>
              <a:cs typeface="Times New Roman" panose="02020603050405020304" pitchFamily="18" charset="0"/>
            </a:endParaRPr>
          </a:p>
        </p:txBody>
      </p:sp>
      <p:sp>
        <p:nvSpPr>
          <p:cNvPr id="9" name="Прямоугольник 6">
            <a:extLst>
              <a:ext uri="{FF2B5EF4-FFF2-40B4-BE49-F238E27FC236}">
                <a16:creationId xmlns:a16="http://schemas.microsoft.com/office/drawing/2014/main" id="{D125CC50-3C8B-49CB-98CD-752D0111ED89}"/>
              </a:ext>
            </a:extLst>
          </p:cNvPr>
          <p:cNvSpPr/>
          <p:nvPr/>
        </p:nvSpPr>
        <p:spPr>
          <a:xfrm>
            <a:off x="603250" y="7707413"/>
            <a:ext cx="8267326" cy="461546"/>
          </a:xfrm>
          <a:prstGeom prst="rect">
            <a:avLst/>
          </a:prstGeom>
        </p:spPr>
        <p:txBody>
          <a:bodyPr wrap="square" lIns="91329" tIns="45661" rIns="91329" bIns="45661">
            <a:spAutoFit/>
          </a:bodyPr>
          <a:lstStyle/>
          <a:p>
            <a:r>
              <a:rPr lang="ru-RU" sz="2400" b="1" dirty="0">
                <a:solidFill>
                  <a:srgbClr val="0071CE"/>
                </a:solidFill>
                <a:latin typeface="IBM Plex Mono" panose="020B0509050203000203"/>
              </a:rPr>
              <a:t>Презентацию подготовили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617AE52-3068-4693-AF02-A8FDDED54368}"/>
              </a:ext>
            </a:extLst>
          </p:cNvPr>
          <p:cNvSpPr/>
          <p:nvPr/>
        </p:nvSpPr>
        <p:spPr>
          <a:xfrm>
            <a:off x="603255" y="8100397"/>
            <a:ext cx="8111292" cy="1938873"/>
          </a:xfrm>
          <a:prstGeom prst="rect">
            <a:avLst/>
          </a:prstGeom>
        </p:spPr>
        <p:txBody>
          <a:bodyPr wrap="none" lIns="91329" tIns="45661" rIns="91329" bIns="45661">
            <a:spAutoFit/>
          </a:bodyPr>
          <a:lstStyle/>
          <a:p>
            <a:r>
              <a:rPr lang="ru-RU" sz="2400" dirty="0">
                <a:solidFill>
                  <a:srgbClr val="0F316C"/>
                </a:solidFill>
                <a:latin typeface="IBM Plex Mono" panose="020B0509050203000203"/>
              </a:rPr>
              <a:t>Ученик группы №3 Д2</a:t>
            </a:r>
            <a:r>
              <a:rPr lang="en-US" sz="2400" dirty="0">
                <a:solidFill>
                  <a:srgbClr val="0F316C"/>
                </a:solidFill>
                <a:latin typeface="IBM Plex Mono" panose="020B0509050203000203"/>
              </a:rPr>
              <a:t>:</a:t>
            </a:r>
            <a:endParaRPr lang="ru-RU" sz="2400" dirty="0">
              <a:solidFill>
                <a:srgbClr val="0F316C"/>
              </a:solidFill>
              <a:latin typeface="IBM Plex Mono" panose="020B0509050203000203"/>
            </a:endParaRPr>
          </a:p>
          <a:p>
            <a:r>
              <a:rPr lang="ru-RU" sz="2400" dirty="0">
                <a:solidFill>
                  <a:srgbClr val="0F316C"/>
                </a:solidFill>
                <a:latin typeface="IBM Plex Mono" panose="020B0509050203000203"/>
              </a:rPr>
              <a:t>Чмиль А.Д.</a:t>
            </a:r>
          </a:p>
          <a:p>
            <a:endParaRPr lang="ru-RU" sz="2400" dirty="0">
              <a:solidFill>
                <a:srgbClr val="0F316C"/>
              </a:solidFill>
              <a:latin typeface="IBM Plex Mono" panose="020B0509050203000203"/>
            </a:endParaRPr>
          </a:p>
          <a:p>
            <a:r>
              <a:rPr lang="ru-RU" sz="2400" dirty="0">
                <a:solidFill>
                  <a:srgbClr val="0F316C"/>
                </a:solidFill>
                <a:latin typeface="IBM Plex Mono" panose="020B0509050203000203"/>
              </a:rPr>
              <a:t>Руководитель</a:t>
            </a:r>
            <a:r>
              <a:rPr lang="en-US" sz="2400" dirty="0">
                <a:solidFill>
                  <a:srgbClr val="0F316C"/>
                </a:solidFill>
                <a:latin typeface="IBM Plex Mono" panose="020B0509050203000203"/>
              </a:rPr>
              <a:t>: </a:t>
            </a:r>
            <a:r>
              <a:rPr lang="ru-RU" sz="2400" dirty="0">
                <a:solidFill>
                  <a:srgbClr val="0F316C"/>
                </a:solidFill>
                <a:latin typeface="IBM Plex Mono" panose="020B0509050203000203"/>
              </a:rPr>
              <a:t>Борисов А.И.</a:t>
            </a:r>
          </a:p>
          <a:p>
            <a:r>
              <a:rPr lang="ru-RU" sz="2400" dirty="0">
                <a:solidFill>
                  <a:srgbClr val="0F316C"/>
                </a:solidFill>
                <a:latin typeface="IBM Plex Mono" panose="020B0509050203000203"/>
              </a:rPr>
              <a:t>Преподаватель Детского технопарка «Альтаир»</a:t>
            </a:r>
            <a:endParaRPr lang="ru-RU" sz="2400" dirty="0">
              <a:solidFill>
                <a:srgbClr val="0F316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9009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>
            <a:extLst>
              <a:ext uri="{FF2B5EF4-FFF2-40B4-BE49-F238E27FC236}">
                <a16:creationId xmlns:a16="http://schemas.microsoft.com/office/drawing/2014/main" id="{151E702C-48AD-4939-8EBB-F5754B52A1E5}"/>
              </a:ext>
            </a:extLst>
          </p:cNvPr>
          <p:cNvSpPr txBox="1"/>
          <p:nvPr/>
        </p:nvSpPr>
        <p:spPr>
          <a:xfrm>
            <a:off x="1212858" y="1082679"/>
            <a:ext cx="16763992" cy="743337"/>
          </a:xfrm>
          <a:prstGeom prst="rect">
            <a:avLst/>
          </a:prstGeom>
        </p:spPr>
        <p:txBody>
          <a:bodyPr vert="horz" wrap="square" lIns="0" tIns="19868" rIns="0" bIns="0" rtlCol="0">
            <a:spAutoFit/>
          </a:bodyPr>
          <a:lstStyle/>
          <a:p>
            <a:pPr marR="8365"/>
            <a:r>
              <a:rPr lang="ru-RU" sz="4700" b="1" dirty="0">
                <a:solidFill>
                  <a:srgbClr val="0F316C"/>
                </a:solidFill>
                <a:latin typeface="Montserrat SemiBold" pitchFamily="2" charset="77"/>
                <a:cs typeface="Times New Roman" panose="02020603050405020304" pitchFamily="18" charset="0"/>
              </a:rPr>
              <a:t>Цели и задачи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CB02A04-B7C2-4156-B164-E2BD228DD389}"/>
              </a:ext>
            </a:extLst>
          </p:cNvPr>
          <p:cNvSpPr/>
          <p:nvPr/>
        </p:nvSpPr>
        <p:spPr>
          <a:xfrm>
            <a:off x="1212859" y="2606675"/>
            <a:ext cx="17449792" cy="3909797"/>
          </a:xfrm>
          <a:prstGeom prst="rect">
            <a:avLst/>
          </a:prstGeom>
        </p:spPr>
        <p:txBody>
          <a:bodyPr wrap="square" lIns="91329" tIns="45661" rIns="91329" bIns="45661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IBM Plex Mono" panose="020B0509050203000203"/>
              </a:rPr>
              <a:t>Цели</a:t>
            </a:r>
            <a:r>
              <a:rPr lang="en-US" sz="2400" b="1" dirty="0">
                <a:latin typeface="IBM Plex Mono" panose="020B0509050203000203"/>
              </a:rPr>
              <a:t>:</a:t>
            </a:r>
            <a:endParaRPr lang="ru-RU" sz="2400" b="1" dirty="0">
              <a:latin typeface="IBM Plex Mono" panose="020B0509050203000203"/>
            </a:endParaRPr>
          </a:p>
          <a:p>
            <a:pPr indent="725488" algn="just">
              <a:lnSpc>
                <a:spcPct val="150000"/>
              </a:lnSpc>
            </a:pPr>
            <a:r>
              <a:rPr lang="ru-RU" sz="2400" dirty="0">
                <a:solidFill>
                  <a:srgbClr val="0F316C"/>
                </a:solidFill>
                <a:latin typeface="IBM Plex Mono" panose="020B0509050203000203"/>
              </a:rPr>
              <a:t>Создание кроссплатформенной</a:t>
            </a:r>
            <a:r>
              <a:rPr lang="en-US" sz="2400" dirty="0">
                <a:solidFill>
                  <a:srgbClr val="0F316C"/>
                </a:solidFill>
                <a:latin typeface="IBM Plex Mono" panose="020B0509050203000203"/>
              </a:rPr>
              <a:t> </a:t>
            </a:r>
            <a:r>
              <a:rPr lang="ru-RU" sz="2400" dirty="0">
                <a:solidFill>
                  <a:srgbClr val="0F316C"/>
                </a:solidFill>
                <a:latin typeface="IBM Plex Mono" panose="020B0509050203000203"/>
              </a:rPr>
              <a:t>системы безопасного удаленного доступа с функциями мониторинга экрана</a:t>
            </a:r>
            <a:r>
              <a:rPr lang="en-US" sz="2400" dirty="0">
                <a:solidFill>
                  <a:srgbClr val="0F316C"/>
                </a:solidFill>
                <a:latin typeface="IBM Plex Mono" panose="020B0509050203000203"/>
              </a:rPr>
              <a:t>, </a:t>
            </a:r>
            <a:r>
              <a:rPr lang="ru-RU" sz="2400" dirty="0">
                <a:solidFill>
                  <a:srgbClr val="0F316C"/>
                </a:solidFill>
                <a:latin typeface="IBM Plex Mono" panose="020B0509050203000203"/>
              </a:rPr>
              <a:t>управления веб-камерой и передачи данных в реальном времени</a:t>
            </a:r>
            <a:r>
              <a:rPr lang="en-US" sz="2400" dirty="0">
                <a:solidFill>
                  <a:srgbClr val="0F316C"/>
                </a:solidFill>
                <a:latin typeface="IBM Plex Mono" panose="020B0509050203000203"/>
              </a:rPr>
              <a:t>.</a:t>
            </a:r>
            <a:endParaRPr lang="ru-RU" sz="2400" dirty="0">
              <a:solidFill>
                <a:srgbClr val="0F316C"/>
              </a:solidFill>
              <a:latin typeface="IBM Plex Mono" panose="020B0509050203000203"/>
            </a:endParaRPr>
          </a:p>
          <a:p>
            <a:pPr indent="725488" algn="just">
              <a:lnSpc>
                <a:spcPct val="150000"/>
              </a:lnSpc>
            </a:pPr>
            <a:endParaRPr lang="en-US" sz="2400" dirty="0">
              <a:latin typeface="IBM Plex Mono" panose="020B0509050203000203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IBM Plex Mono" panose="020B0509050203000203"/>
              </a:rPr>
              <a:t>Задачи</a:t>
            </a:r>
            <a:r>
              <a:rPr lang="en-US" sz="2400" b="1" dirty="0">
                <a:latin typeface="IBM Plex Mono" panose="020B0509050203000203"/>
              </a:rPr>
              <a:t>:</a:t>
            </a:r>
            <a:endParaRPr lang="ru-RU" sz="2400" b="1" dirty="0">
              <a:latin typeface="IBM Plex Mono" panose="020B0509050203000203"/>
            </a:endParaRPr>
          </a:p>
          <a:p>
            <a:pPr indent="725488" algn="just">
              <a:lnSpc>
                <a:spcPct val="150000"/>
              </a:lnSpc>
            </a:pPr>
            <a:r>
              <a:rPr lang="ru-RU" sz="2400" dirty="0">
                <a:solidFill>
                  <a:srgbClr val="0F316C"/>
                </a:solidFill>
                <a:latin typeface="IBM Plex Mono" panose="020B0509050203000203"/>
              </a:rPr>
              <a:t>Разработать модули захвата экрана и видео</a:t>
            </a:r>
            <a:r>
              <a:rPr lang="en-US" sz="2400" dirty="0">
                <a:solidFill>
                  <a:srgbClr val="0F316C"/>
                </a:solidFill>
                <a:latin typeface="IBM Plex Mono" panose="020B0509050203000203"/>
              </a:rPr>
              <a:t>, </a:t>
            </a:r>
            <a:r>
              <a:rPr lang="ru-RU" sz="2400" dirty="0">
                <a:solidFill>
                  <a:srgbClr val="0F316C"/>
                </a:solidFill>
                <a:latin typeface="IBM Plex Mono" panose="020B0509050203000203"/>
              </a:rPr>
              <a:t>реализовать защищенное сетевое взаимодействие</a:t>
            </a:r>
            <a:r>
              <a:rPr lang="en-US" sz="2400" dirty="0">
                <a:solidFill>
                  <a:srgbClr val="0F316C"/>
                </a:solidFill>
                <a:latin typeface="IBM Plex Mono" panose="020B0509050203000203"/>
              </a:rPr>
              <a:t>, </a:t>
            </a:r>
            <a:r>
              <a:rPr lang="ru-RU" sz="2400" dirty="0">
                <a:solidFill>
                  <a:srgbClr val="0F316C"/>
                </a:solidFill>
                <a:latin typeface="IBM Plex Mono" panose="020B0509050203000203"/>
              </a:rPr>
              <a:t>создать интуитивный интерфейс и обеспечить стабильную работу в различных сетевых условиях.</a:t>
            </a:r>
          </a:p>
        </p:txBody>
      </p:sp>
      <p:sp>
        <p:nvSpPr>
          <p:cNvPr id="5" name="Google Shape;91;p32">
            <a:extLst>
              <a:ext uri="{FF2B5EF4-FFF2-40B4-BE49-F238E27FC236}">
                <a16:creationId xmlns:a16="http://schemas.microsoft.com/office/drawing/2014/main" id="{C7ABB37D-F776-4350-89C9-A2EF029A9BC6}"/>
              </a:ext>
            </a:extLst>
          </p:cNvPr>
          <p:cNvSpPr/>
          <p:nvPr/>
        </p:nvSpPr>
        <p:spPr>
          <a:xfrm>
            <a:off x="18624770" y="0"/>
            <a:ext cx="1048512" cy="1182624"/>
          </a:xfrm>
          <a:prstGeom prst="rect">
            <a:avLst/>
          </a:prstGeom>
          <a:solidFill>
            <a:srgbClr val="0F316C"/>
          </a:solidFill>
          <a:ln w="12700" cap="flat" cmpd="sng">
            <a:solidFill>
              <a:srgbClr val="C3A467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92;p32">
            <a:extLst>
              <a:ext uri="{FF2B5EF4-FFF2-40B4-BE49-F238E27FC236}">
                <a16:creationId xmlns:a16="http://schemas.microsoft.com/office/drawing/2014/main" id="{AD67360E-EB6C-4906-AC73-CF444AFE0D2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8795458" y="0"/>
            <a:ext cx="707136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fld id="{00000000-1234-1234-1234-123412341234}" type="slidenum">
              <a:rPr lang="ru-RU" sz="3600" b="1">
                <a:solidFill>
                  <a:schemeClr val="lt2"/>
                </a:solidFill>
              </a:rPr>
              <a:t>2</a:t>
            </a:fld>
            <a:endParaRPr sz="3600" b="1" dirty="0">
              <a:solidFill>
                <a:schemeClr val="lt2"/>
              </a:solidFill>
            </a:endParaRPr>
          </a:p>
        </p:txBody>
      </p:sp>
      <p:sp>
        <p:nvSpPr>
          <p:cNvPr id="7" name="Google Shape;92;p32">
            <a:extLst>
              <a:ext uri="{FF2B5EF4-FFF2-40B4-BE49-F238E27FC236}">
                <a16:creationId xmlns:a16="http://schemas.microsoft.com/office/drawing/2014/main" id="{46CBBB86-7E57-47DA-953D-FF1952EC9641}"/>
              </a:ext>
            </a:extLst>
          </p:cNvPr>
          <p:cNvSpPr txBox="1">
            <a:spLocks/>
          </p:cNvSpPr>
          <p:nvPr/>
        </p:nvSpPr>
        <p:spPr>
          <a:xfrm>
            <a:off x="18624770" y="553847"/>
            <a:ext cx="1048512" cy="62179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>
            <a:defPPr>
              <a:defRPr lang="ru-RU"/>
            </a:defPPr>
            <a:lvl1pPr marL="0" algn="r" defTabSz="913284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6641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3284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992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657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321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39853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6496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313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SzPts val="3600"/>
            </a:pPr>
            <a:r>
              <a:rPr lang="ru-RU" sz="3600" b="1" dirty="0">
                <a:solidFill>
                  <a:schemeClr val="lt2"/>
                </a:solidFill>
              </a:rPr>
              <a:t>/ 12 </a:t>
            </a:r>
          </a:p>
        </p:txBody>
      </p:sp>
    </p:spTree>
    <p:extLst>
      <p:ext uri="{BB962C8B-B14F-4D97-AF65-F5344CB8AC3E}">
        <p14:creationId xmlns:p14="http://schemas.microsoft.com/office/powerpoint/2010/main" val="6237502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>
            <a:extLst>
              <a:ext uri="{FF2B5EF4-FFF2-40B4-BE49-F238E27FC236}">
                <a16:creationId xmlns:a16="http://schemas.microsoft.com/office/drawing/2014/main" id="{151E702C-48AD-4939-8EBB-F5754B52A1E5}"/>
              </a:ext>
            </a:extLst>
          </p:cNvPr>
          <p:cNvSpPr txBox="1"/>
          <p:nvPr/>
        </p:nvSpPr>
        <p:spPr>
          <a:xfrm>
            <a:off x="1212858" y="1082679"/>
            <a:ext cx="16763992" cy="743337"/>
          </a:xfrm>
          <a:prstGeom prst="rect">
            <a:avLst/>
          </a:prstGeom>
        </p:spPr>
        <p:txBody>
          <a:bodyPr vert="horz" wrap="square" lIns="0" tIns="19868" rIns="0" bIns="0" rtlCol="0">
            <a:spAutoFit/>
          </a:bodyPr>
          <a:lstStyle/>
          <a:p>
            <a:pPr marR="8365"/>
            <a:r>
              <a:rPr lang="ru-RU" sz="4700" b="1" dirty="0">
                <a:solidFill>
                  <a:srgbClr val="0F316C"/>
                </a:solidFill>
                <a:latin typeface="Montserrat SemiBold" pitchFamily="2" charset="77"/>
                <a:cs typeface="Times New Roman" panose="02020603050405020304" pitchFamily="18" charset="0"/>
              </a:rPr>
              <a:t>Актуальность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CB02A04-B7C2-4156-B164-E2BD228DD389}"/>
              </a:ext>
            </a:extLst>
          </p:cNvPr>
          <p:cNvSpPr/>
          <p:nvPr/>
        </p:nvSpPr>
        <p:spPr>
          <a:xfrm>
            <a:off x="1212859" y="2606675"/>
            <a:ext cx="17449792" cy="1139808"/>
          </a:xfrm>
          <a:prstGeom prst="rect">
            <a:avLst/>
          </a:prstGeom>
          <a:ln>
            <a:noFill/>
          </a:ln>
        </p:spPr>
        <p:txBody>
          <a:bodyPr wrap="square" lIns="91329" tIns="45661" rIns="91329" bIns="45661">
            <a:spAutoFit/>
          </a:bodyPr>
          <a:lstStyle/>
          <a:p>
            <a:pPr indent="725488" algn="just">
              <a:lnSpc>
                <a:spcPct val="150000"/>
              </a:lnSpc>
            </a:pPr>
            <a:r>
              <a:rPr lang="en-US" sz="2400" dirty="0">
                <a:solidFill>
                  <a:srgbClr val="0F316C"/>
                </a:solidFill>
                <a:latin typeface="IBM Plex Mono" panose="020B0509050203000203"/>
              </a:rPr>
              <a:t>Secure Stream </a:t>
            </a:r>
            <a:r>
              <a:rPr lang="ru-RU" sz="2400" dirty="0">
                <a:solidFill>
                  <a:srgbClr val="0F316C"/>
                </a:solidFill>
                <a:latin typeface="IBM Plex Mono" panose="020B0509050203000203"/>
              </a:rPr>
              <a:t>актуален благодаря росту удаленной работы</a:t>
            </a:r>
            <a:r>
              <a:rPr lang="en-US" sz="2400" dirty="0">
                <a:solidFill>
                  <a:srgbClr val="0F316C"/>
                </a:solidFill>
                <a:latin typeface="IBM Plex Mono" panose="020B0509050203000203"/>
              </a:rPr>
              <a:t>, </a:t>
            </a:r>
            <a:r>
              <a:rPr lang="ru-RU" sz="2400" dirty="0">
                <a:solidFill>
                  <a:srgbClr val="0F316C"/>
                </a:solidFill>
                <a:latin typeface="IBM Plex Mono" panose="020B0509050203000203"/>
              </a:rPr>
              <a:t>требованиям кибербезопасности и необходимости экономических решений для мониторинга с возможностью локального развертывания</a:t>
            </a:r>
            <a:r>
              <a:rPr lang="en-US" sz="2400" dirty="0">
                <a:solidFill>
                  <a:srgbClr val="0F316C"/>
                </a:solidFill>
                <a:latin typeface="IBM Plex Mono" panose="020B0509050203000203"/>
              </a:rPr>
              <a:t>.</a:t>
            </a:r>
            <a:endParaRPr lang="ru-RU" sz="2400" dirty="0">
              <a:solidFill>
                <a:srgbClr val="0F316C"/>
              </a:solidFill>
              <a:latin typeface="IBM Plex Mono" panose="020B0509050203000203"/>
            </a:endParaRPr>
          </a:p>
        </p:txBody>
      </p:sp>
      <p:sp>
        <p:nvSpPr>
          <p:cNvPr id="5" name="Google Shape;91;p32">
            <a:extLst>
              <a:ext uri="{FF2B5EF4-FFF2-40B4-BE49-F238E27FC236}">
                <a16:creationId xmlns:a16="http://schemas.microsoft.com/office/drawing/2014/main" id="{679DB89D-4410-4E83-95AE-33A3192BF4DA}"/>
              </a:ext>
            </a:extLst>
          </p:cNvPr>
          <p:cNvSpPr/>
          <p:nvPr/>
        </p:nvSpPr>
        <p:spPr>
          <a:xfrm>
            <a:off x="18624770" y="0"/>
            <a:ext cx="1048512" cy="1182624"/>
          </a:xfrm>
          <a:prstGeom prst="rect">
            <a:avLst/>
          </a:prstGeom>
          <a:solidFill>
            <a:srgbClr val="0F316C"/>
          </a:solidFill>
          <a:ln w="12700" cap="flat" cmpd="sng">
            <a:solidFill>
              <a:srgbClr val="C3A467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92;p32">
            <a:extLst>
              <a:ext uri="{FF2B5EF4-FFF2-40B4-BE49-F238E27FC236}">
                <a16:creationId xmlns:a16="http://schemas.microsoft.com/office/drawing/2014/main" id="{0E351E19-117A-4A74-AF80-9989B1F7C44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8795458" y="0"/>
            <a:ext cx="707136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fld id="{00000000-1234-1234-1234-123412341234}" type="slidenum">
              <a:rPr lang="ru-RU" sz="3600" b="1">
                <a:solidFill>
                  <a:schemeClr val="lt2"/>
                </a:solidFill>
              </a:rPr>
              <a:t>3</a:t>
            </a:fld>
            <a:endParaRPr sz="3600" b="1" dirty="0">
              <a:solidFill>
                <a:schemeClr val="lt2"/>
              </a:solidFill>
            </a:endParaRPr>
          </a:p>
        </p:txBody>
      </p:sp>
      <p:sp>
        <p:nvSpPr>
          <p:cNvPr id="7" name="Google Shape;92;p32">
            <a:extLst>
              <a:ext uri="{FF2B5EF4-FFF2-40B4-BE49-F238E27FC236}">
                <a16:creationId xmlns:a16="http://schemas.microsoft.com/office/drawing/2014/main" id="{E1A4293F-7836-4555-83D2-9807288F84A7}"/>
              </a:ext>
            </a:extLst>
          </p:cNvPr>
          <p:cNvSpPr txBox="1">
            <a:spLocks/>
          </p:cNvSpPr>
          <p:nvPr/>
        </p:nvSpPr>
        <p:spPr>
          <a:xfrm>
            <a:off x="18624770" y="553847"/>
            <a:ext cx="1048512" cy="62179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>
            <a:defPPr>
              <a:defRPr lang="ru-RU"/>
            </a:defPPr>
            <a:lvl1pPr marL="0" algn="r" defTabSz="913284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6641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3284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992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657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321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39853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6496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313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SzPts val="3600"/>
            </a:pPr>
            <a:r>
              <a:rPr lang="ru-RU" sz="3600" b="1" dirty="0">
                <a:solidFill>
                  <a:schemeClr val="lt2"/>
                </a:solidFill>
              </a:rPr>
              <a:t>/ 12 </a:t>
            </a:r>
          </a:p>
        </p:txBody>
      </p:sp>
    </p:spTree>
    <p:extLst>
      <p:ext uri="{BB962C8B-B14F-4D97-AF65-F5344CB8AC3E}">
        <p14:creationId xmlns:p14="http://schemas.microsoft.com/office/powerpoint/2010/main" val="35874109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>
            <a:extLst>
              <a:ext uri="{FF2B5EF4-FFF2-40B4-BE49-F238E27FC236}">
                <a16:creationId xmlns:a16="http://schemas.microsoft.com/office/drawing/2014/main" id="{151E702C-48AD-4939-8EBB-F5754B52A1E5}"/>
              </a:ext>
            </a:extLst>
          </p:cNvPr>
          <p:cNvSpPr txBox="1"/>
          <p:nvPr/>
        </p:nvSpPr>
        <p:spPr>
          <a:xfrm>
            <a:off x="1212858" y="1082679"/>
            <a:ext cx="16763992" cy="743337"/>
          </a:xfrm>
          <a:prstGeom prst="rect">
            <a:avLst/>
          </a:prstGeom>
        </p:spPr>
        <p:txBody>
          <a:bodyPr vert="horz" wrap="square" lIns="0" tIns="19868" rIns="0" bIns="0" rtlCol="0">
            <a:spAutoFit/>
          </a:bodyPr>
          <a:lstStyle/>
          <a:p>
            <a:pPr marR="8365"/>
            <a:r>
              <a:rPr lang="ru-RU" sz="4700" b="1" dirty="0">
                <a:solidFill>
                  <a:srgbClr val="0F316C"/>
                </a:solidFill>
                <a:latin typeface="Montserrat SemiBold" pitchFamily="2" charset="77"/>
                <a:cs typeface="Times New Roman" panose="02020603050405020304" pitchFamily="18" charset="0"/>
              </a:rPr>
              <a:t>Возможности проекта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CB02A04-B7C2-4156-B164-E2BD228DD389}"/>
              </a:ext>
            </a:extLst>
          </p:cNvPr>
          <p:cNvSpPr/>
          <p:nvPr/>
        </p:nvSpPr>
        <p:spPr>
          <a:xfrm>
            <a:off x="1212859" y="2606675"/>
            <a:ext cx="17449792" cy="1139808"/>
          </a:xfrm>
          <a:prstGeom prst="rect">
            <a:avLst/>
          </a:prstGeom>
        </p:spPr>
        <p:txBody>
          <a:bodyPr wrap="square" lIns="91329" tIns="45661" rIns="91329" bIns="45661">
            <a:spAutoFit/>
          </a:bodyPr>
          <a:lstStyle/>
          <a:p>
            <a:pPr indent="725488" algn="just">
              <a:lnSpc>
                <a:spcPct val="150000"/>
              </a:lnSpc>
            </a:pPr>
            <a:r>
              <a:rPr lang="ru-RU" sz="2400" dirty="0">
                <a:solidFill>
                  <a:srgbClr val="0F316C"/>
                </a:solidFill>
                <a:latin typeface="IBM Plex Mono" panose="020B0509050203000203"/>
              </a:rPr>
              <a:t>Возможности</a:t>
            </a:r>
            <a:r>
              <a:rPr lang="en-US" sz="2400" dirty="0">
                <a:solidFill>
                  <a:srgbClr val="FF0000"/>
                </a:solidFill>
                <a:latin typeface="IBM Plex Mono" panose="020B0509050203000203"/>
              </a:rPr>
              <a:t> </a:t>
            </a:r>
            <a:r>
              <a:rPr lang="en-US" sz="2400" dirty="0">
                <a:solidFill>
                  <a:srgbClr val="0F316C"/>
                </a:solidFill>
                <a:latin typeface="IBM Plex Mono" panose="020B0509050203000203"/>
              </a:rPr>
              <a:t>Secure Stream: </a:t>
            </a:r>
            <a:r>
              <a:rPr lang="ru-RU" sz="2400" dirty="0">
                <a:solidFill>
                  <a:srgbClr val="0F316C"/>
                </a:solidFill>
                <a:latin typeface="IBM Plex Mono" panose="020B0509050203000203"/>
              </a:rPr>
              <a:t>удаленный мониторинг экрана</a:t>
            </a:r>
            <a:r>
              <a:rPr lang="en-US" sz="2400" dirty="0">
                <a:solidFill>
                  <a:srgbClr val="0F316C"/>
                </a:solidFill>
                <a:latin typeface="IBM Plex Mono" panose="020B0509050203000203"/>
              </a:rPr>
              <a:t>, </a:t>
            </a:r>
            <a:r>
              <a:rPr lang="ru-RU" sz="2400" dirty="0">
                <a:solidFill>
                  <a:srgbClr val="0F316C"/>
                </a:solidFill>
                <a:latin typeface="IBM Plex Mono" panose="020B0509050203000203"/>
              </a:rPr>
              <a:t>управление веб-камерой</a:t>
            </a:r>
            <a:r>
              <a:rPr lang="en-US" sz="2400" dirty="0">
                <a:solidFill>
                  <a:srgbClr val="0F316C"/>
                </a:solidFill>
                <a:latin typeface="IBM Plex Mono" panose="020B0509050203000203"/>
              </a:rPr>
              <a:t>, </a:t>
            </a:r>
            <a:r>
              <a:rPr lang="ru-RU" sz="2400" dirty="0">
                <a:solidFill>
                  <a:srgbClr val="0F316C"/>
                </a:solidFill>
                <a:latin typeface="IBM Plex Mono" panose="020B0509050203000203"/>
              </a:rPr>
              <a:t>безопасная передача данных</a:t>
            </a:r>
            <a:r>
              <a:rPr lang="en-US" sz="2400" dirty="0">
                <a:solidFill>
                  <a:srgbClr val="0F316C"/>
                </a:solidFill>
                <a:latin typeface="IBM Plex Mono" panose="020B0509050203000203"/>
              </a:rPr>
              <a:t>, </a:t>
            </a:r>
            <a:r>
              <a:rPr lang="ru-RU" sz="2400" dirty="0">
                <a:solidFill>
                  <a:srgbClr val="0F316C"/>
                </a:solidFill>
                <a:latin typeface="IBM Plex Mono" panose="020B0509050203000203"/>
              </a:rPr>
              <a:t>техническая поддержка и аналитика в реальном времени</a:t>
            </a:r>
            <a:r>
              <a:rPr lang="en-US" sz="2400" dirty="0">
                <a:solidFill>
                  <a:srgbClr val="0F316C"/>
                </a:solidFill>
                <a:latin typeface="IBM Plex Mono" panose="020B0509050203000203"/>
              </a:rPr>
              <a:t>.</a:t>
            </a:r>
            <a:endParaRPr lang="ru-RU" sz="2400" dirty="0">
              <a:solidFill>
                <a:srgbClr val="FF0000"/>
              </a:solidFill>
              <a:latin typeface="IBM Plex Mono" panose="020B0509050203000203"/>
            </a:endParaRPr>
          </a:p>
        </p:txBody>
      </p:sp>
      <p:sp>
        <p:nvSpPr>
          <p:cNvPr id="5" name="Google Shape;91;p32">
            <a:extLst>
              <a:ext uri="{FF2B5EF4-FFF2-40B4-BE49-F238E27FC236}">
                <a16:creationId xmlns:a16="http://schemas.microsoft.com/office/drawing/2014/main" id="{3C77FCA4-AF52-48FB-ADF9-6C7B7BABFCDE}"/>
              </a:ext>
            </a:extLst>
          </p:cNvPr>
          <p:cNvSpPr/>
          <p:nvPr/>
        </p:nvSpPr>
        <p:spPr>
          <a:xfrm>
            <a:off x="18624770" y="0"/>
            <a:ext cx="1048512" cy="1182624"/>
          </a:xfrm>
          <a:prstGeom prst="rect">
            <a:avLst/>
          </a:prstGeom>
          <a:solidFill>
            <a:srgbClr val="0F316C"/>
          </a:solidFill>
          <a:ln w="12700" cap="flat" cmpd="sng">
            <a:solidFill>
              <a:srgbClr val="C3A467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92;p32">
            <a:extLst>
              <a:ext uri="{FF2B5EF4-FFF2-40B4-BE49-F238E27FC236}">
                <a16:creationId xmlns:a16="http://schemas.microsoft.com/office/drawing/2014/main" id="{5CA815ED-4185-41E2-8886-39C3BDB1A3F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8795458" y="0"/>
            <a:ext cx="707136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fld id="{00000000-1234-1234-1234-123412341234}" type="slidenum">
              <a:rPr lang="ru-RU" sz="3600" b="1">
                <a:solidFill>
                  <a:schemeClr val="lt2"/>
                </a:solidFill>
              </a:rPr>
              <a:t>4</a:t>
            </a:fld>
            <a:endParaRPr sz="3600" b="1" dirty="0">
              <a:solidFill>
                <a:schemeClr val="lt2"/>
              </a:solidFill>
            </a:endParaRPr>
          </a:p>
        </p:txBody>
      </p:sp>
      <p:sp>
        <p:nvSpPr>
          <p:cNvPr id="7" name="Google Shape;92;p32">
            <a:extLst>
              <a:ext uri="{FF2B5EF4-FFF2-40B4-BE49-F238E27FC236}">
                <a16:creationId xmlns:a16="http://schemas.microsoft.com/office/drawing/2014/main" id="{BA932A32-3B4D-4665-8B22-8CB4040FCF90}"/>
              </a:ext>
            </a:extLst>
          </p:cNvPr>
          <p:cNvSpPr txBox="1">
            <a:spLocks/>
          </p:cNvSpPr>
          <p:nvPr/>
        </p:nvSpPr>
        <p:spPr>
          <a:xfrm>
            <a:off x="18624770" y="553847"/>
            <a:ext cx="1048512" cy="62179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>
            <a:defPPr>
              <a:defRPr lang="ru-RU"/>
            </a:defPPr>
            <a:lvl1pPr marL="0" algn="r" defTabSz="913284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6641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3284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992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657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321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39853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6496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313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SzPts val="3600"/>
            </a:pPr>
            <a:r>
              <a:rPr lang="ru-RU" sz="3600" b="1" dirty="0">
                <a:solidFill>
                  <a:schemeClr val="lt2"/>
                </a:solidFill>
              </a:rPr>
              <a:t>/ 12 </a:t>
            </a:r>
          </a:p>
        </p:txBody>
      </p:sp>
    </p:spTree>
    <p:extLst>
      <p:ext uri="{BB962C8B-B14F-4D97-AF65-F5344CB8AC3E}">
        <p14:creationId xmlns:p14="http://schemas.microsoft.com/office/powerpoint/2010/main" val="23895255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>
            <a:extLst>
              <a:ext uri="{FF2B5EF4-FFF2-40B4-BE49-F238E27FC236}">
                <a16:creationId xmlns:a16="http://schemas.microsoft.com/office/drawing/2014/main" id="{151E702C-48AD-4939-8EBB-F5754B52A1E5}"/>
              </a:ext>
            </a:extLst>
          </p:cNvPr>
          <p:cNvSpPr txBox="1"/>
          <p:nvPr/>
        </p:nvSpPr>
        <p:spPr>
          <a:xfrm>
            <a:off x="1212858" y="1082679"/>
            <a:ext cx="16763992" cy="743337"/>
          </a:xfrm>
          <a:prstGeom prst="rect">
            <a:avLst/>
          </a:prstGeom>
        </p:spPr>
        <p:txBody>
          <a:bodyPr vert="horz" wrap="square" lIns="0" tIns="19868" rIns="0" bIns="0" rtlCol="0">
            <a:spAutoFit/>
          </a:bodyPr>
          <a:lstStyle/>
          <a:p>
            <a:pPr marR="8365"/>
            <a:r>
              <a:rPr lang="ru-RU" sz="4700" b="1" dirty="0">
                <a:solidFill>
                  <a:srgbClr val="0F316C"/>
                </a:solidFill>
                <a:latin typeface="Montserrat SemiBold" pitchFamily="2" charset="77"/>
                <a:cs typeface="Times New Roman" panose="02020603050405020304" pitchFamily="18" charset="0"/>
              </a:rPr>
              <a:t>Ход разработки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CB02A04-B7C2-4156-B164-E2BD228DD389}"/>
              </a:ext>
            </a:extLst>
          </p:cNvPr>
          <p:cNvSpPr/>
          <p:nvPr/>
        </p:nvSpPr>
        <p:spPr>
          <a:xfrm>
            <a:off x="1212859" y="2606675"/>
            <a:ext cx="17449792" cy="7787782"/>
          </a:xfrm>
          <a:prstGeom prst="rect">
            <a:avLst/>
          </a:prstGeom>
        </p:spPr>
        <p:txBody>
          <a:bodyPr wrap="square" lIns="91329" tIns="45661" rIns="91329" bIns="45661">
            <a:spAutoFit/>
          </a:bodyPr>
          <a:lstStyle/>
          <a:p>
            <a:pPr lvl="8">
              <a:lnSpc>
                <a:spcPct val="150000"/>
              </a:lnSpc>
            </a:pPr>
            <a:r>
              <a:rPr lang="ru-RU" sz="2400" dirty="0">
                <a:solidFill>
                  <a:srgbClr val="0F316C"/>
                </a:solidFill>
                <a:latin typeface="IBM Plex Mono" panose="020B0509050203000203"/>
              </a:rPr>
              <a:t>Этап 1</a:t>
            </a:r>
            <a:r>
              <a:rPr lang="en-US" sz="2400" dirty="0">
                <a:solidFill>
                  <a:srgbClr val="0F316C"/>
                </a:solidFill>
                <a:latin typeface="IBM Plex Mono" panose="020B0509050203000203"/>
              </a:rPr>
              <a:t>:</a:t>
            </a:r>
            <a:endParaRPr lang="ru-RU" sz="2400" dirty="0">
              <a:solidFill>
                <a:srgbClr val="0F316C"/>
              </a:solidFill>
              <a:latin typeface="IBM Plex Mono" panose="020B0509050203000203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F316C"/>
                </a:solidFill>
                <a:latin typeface="IBM Plex Mono" panose="020B0509050203000203"/>
              </a:rPr>
              <a:t>Создание каркаса </a:t>
            </a:r>
            <a:r>
              <a:rPr lang="en-US" sz="2400" dirty="0">
                <a:solidFill>
                  <a:srgbClr val="0F316C"/>
                </a:solidFill>
                <a:latin typeface="IBM Plex Mono" panose="020B0509050203000203"/>
              </a:rPr>
              <a:t>PyQT6</a:t>
            </a:r>
            <a:r>
              <a:rPr lang="ru-RU" sz="2400" dirty="0">
                <a:solidFill>
                  <a:srgbClr val="0F316C"/>
                </a:solidFill>
                <a:latin typeface="IBM Plex Mono" panose="020B0509050203000203"/>
              </a:rPr>
              <a:t> приложения с основными вкладками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F316C"/>
                </a:solidFill>
                <a:latin typeface="IBM Plex Mono" panose="020B0509050203000203"/>
              </a:rPr>
              <a:t>Реализация </a:t>
            </a:r>
            <a:endParaRPr lang="en-US" sz="2400" dirty="0">
              <a:solidFill>
                <a:srgbClr val="0F316C"/>
              </a:solidFill>
              <a:latin typeface="IBM Plex Mono" panose="020B0509050203000203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F316C"/>
                </a:solidFill>
                <a:latin typeface="IBM Plex Mono" panose="020B0509050203000203"/>
              </a:rPr>
              <a:t>Основной интерфейс управления</a:t>
            </a:r>
          </a:p>
          <a:p>
            <a:pPr lvl="8" algn="just">
              <a:lnSpc>
                <a:spcPct val="150000"/>
              </a:lnSpc>
            </a:pPr>
            <a:r>
              <a:rPr lang="ru-RU" sz="2400" dirty="0">
                <a:solidFill>
                  <a:srgbClr val="0F316C"/>
                </a:solidFill>
                <a:latin typeface="IBM Plex Mono" panose="020B0509050203000203"/>
              </a:rPr>
              <a:t>Этап 2</a:t>
            </a:r>
            <a:r>
              <a:rPr lang="en-US" sz="2400" dirty="0">
                <a:solidFill>
                  <a:srgbClr val="0F316C"/>
                </a:solidFill>
                <a:latin typeface="IBM Plex Mono" panose="020B0509050203000203"/>
              </a:rPr>
              <a:t>:</a:t>
            </a:r>
            <a:endParaRPr lang="ru-RU" sz="2400" dirty="0">
              <a:solidFill>
                <a:srgbClr val="0F316C"/>
              </a:solidFill>
              <a:latin typeface="IBM Plex Mono" panose="020B0509050203000203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F316C"/>
                </a:solidFill>
                <a:latin typeface="IBM Plex Mono" panose="020B0509050203000203"/>
              </a:rPr>
              <a:t>Интеграция </a:t>
            </a:r>
            <a:r>
              <a:rPr lang="en-US" sz="2400" dirty="0">
                <a:solidFill>
                  <a:srgbClr val="0F316C"/>
                </a:solidFill>
                <a:latin typeface="IBM Plex Mono" panose="020B0509050203000203"/>
              </a:rPr>
              <a:t>OpenCV </a:t>
            </a:r>
            <a:r>
              <a:rPr lang="ru-RU" sz="2400" dirty="0">
                <a:solidFill>
                  <a:srgbClr val="0F316C"/>
                </a:solidFill>
                <a:latin typeface="IBM Plex Mono" panose="020B0509050203000203"/>
              </a:rPr>
              <a:t>для работы с камерами</a:t>
            </a:r>
            <a:endParaRPr lang="en-US" sz="2400" dirty="0">
              <a:solidFill>
                <a:srgbClr val="0F316C"/>
              </a:solidFill>
              <a:latin typeface="IBM Plex Mono" panose="020B0509050203000203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F316C"/>
                </a:solidFill>
                <a:latin typeface="IBM Plex Mono" panose="020B0509050203000203"/>
              </a:rPr>
              <a:t>Реализация потокового видео с веб-камеры</a:t>
            </a:r>
            <a:endParaRPr lang="en-US" sz="2400" dirty="0">
              <a:solidFill>
                <a:srgbClr val="0F316C"/>
              </a:solidFill>
              <a:latin typeface="IBM Plex Mono" panose="020B0509050203000203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F316C"/>
                </a:solidFill>
                <a:latin typeface="IBM Plex Mono" panose="020B0509050203000203"/>
              </a:rPr>
              <a:t>Оптимизация производительности (многопоточность)</a:t>
            </a: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F316C"/>
                </a:solidFill>
                <a:latin typeface="IBM Plex Mono" panose="020B0509050203000203"/>
              </a:rPr>
              <a:t>Добавление настроек</a:t>
            </a:r>
            <a:r>
              <a:rPr lang="en-US" sz="2400" dirty="0">
                <a:solidFill>
                  <a:srgbClr val="0F316C"/>
                </a:solidFill>
                <a:latin typeface="IBM Plex Mono" panose="020B0509050203000203"/>
              </a:rPr>
              <a:t> (</a:t>
            </a:r>
            <a:r>
              <a:rPr lang="ru-RU" sz="2400" dirty="0">
                <a:solidFill>
                  <a:srgbClr val="0F316C"/>
                </a:solidFill>
                <a:latin typeface="IBM Plex Mono" panose="020B0509050203000203"/>
              </a:rPr>
              <a:t>качество</a:t>
            </a:r>
            <a:r>
              <a:rPr lang="en-US" sz="2400" dirty="0">
                <a:solidFill>
                  <a:srgbClr val="0F316C"/>
                </a:solidFill>
                <a:latin typeface="IBM Plex Mono" panose="020B0509050203000203"/>
              </a:rPr>
              <a:t>, fps)</a:t>
            </a:r>
            <a:endParaRPr lang="ru-RU" sz="2400" dirty="0">
              <a:solidFill>
                <a:srgbClr val="0F316C"/>
              </a:solidFill>
              <a:latin typeface="IBM Plex Mono" panose="020B0509050203000203"/>
            </a:endParaRPr>
          </a:p>
          <a:p>
            <a:pPr lvl="8" algn="just">
              <a:lnSpc>
                <a:spcPct val="150000"/>
              </a:lnSpc>
            </a:pPr>
            <a:r>
              <a:rPr lang="ru-RU" sz="2400" dirty="0">
                <a:solidFill>
                  <a:srgbClr val="0F316C"/>
                </a:solidFill>
                <a:latin typeface="IBM Plex Mono" panose="020B0509050203000203"/>
              </a:rPr>
              <a:t>Этап 3</a:t>
            </a: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F316C"/>
                </a:solidFill>
                <a:latin typeface="IBM Plex Mono" panose="020B0509050203000203"/>
              </a:rPr>
              <a:t>Разработка  стабильного </a:t>
            </a:r>
            <a:r>
              <a:rPr lang="en-US" sz="2400" dirty="0">
                <a:solidFill>
                  <a:srgbClr val="0F316C"/>
                </a:solidFill>
                <a:latin typeface="IBM Plex Mono" panose="020B0509050203000203"/>
              </a:rPr>
              <a:t>TCP-</a:t>
            </a:r>
            <a:r>
              <a:rPr lang="ru-RU" sz="2400" dirty="0">
                <a:solidFill>
                  <a:srgbClr val="0F316C"/>
                </a:solidFill>
                <a:latin typeface="IBM Plex Mono" panose="020B0509050203000203"/>
              </a:rPr>
              <a:t>соединения клиент-сервер</a:t>
            </a: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F316C"/>
                </a:solidFill>
                <a:latin typeface="IBM Plex Mono" panose="020B0509050203000203"/>
              </a:rPr>
              <a:t>Реализация протокола передачи данных с заголовками</a:t>
            </a: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F316C"/>
                </a:solidFill>
                <a:latin typeface="IBM Plex Mono" panose="020B0509050203000203"/>
              </a:rPr>
              <a:t>Обработка разрывов соединения и переподключение</a:t>
            </a: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F316C"/>
                </a:solidFill>
                <a:latin typeface="IBM Plex Mono" panose="020B0509050203000203"/>
              </a:rPr>
              <a:t>Базовое сжатие передаваемых данных</a:t>
            </a:r>
          </a:p>
        </p:txBody>
      </p:sp>
      <p:sp>
        <p:nvSpPr>
          <p:cNvPr id="5" name="Google Shape;91;p32">
            <a:extLst>
              <a:ext uri="{FF2B5EF4-FFF2-40B4-BE49-F238E27FC236}">
                <a16:creationId xmlns:a16="http://schemas.microsoft.com/office/drawing/2014/main" id="{5B755245-146C-4C77-8188-61C98A8D7F26}"/>
              </a:ext>
            </a:extLst>
          </p:cNvPr>
          <p:cNvSpPr/>
          <p:nvPr/>
        </p:nvSpPr>
        <p:spPr>
          <a:xfrm>
            <a:off x="18624770" y="0"/>
            <a:ext cx="1048512" cy="1182624"/>
          </a:xfrm>
          <a:prstGeom prst="rect">
            <a:avLst/>
          </a:prstGeom>
          <a:solidFill>
            <a:srgbClr val="0F316C"/>
          </a:solidFill>
          <a:ln w="12700" cap="flat" cmpd="sng">
            <a:solidFill>
              <a:srgbClr val="C3A467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92;p32">
            <a:extLst>
              <a:ext uri="{FF2B5EF4-FFF2-40B4-BE49-F238E27FC236}">
                <a16:creationId xmlns:a16="http://schemas.microsoft.com/office/drawing/2014/main" id="{35D84239-7F67-49A2-8D0F-AF5CA473F08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8795458" y="0"/>
            <a:ext cx="707136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fld id="{00000000-1234-1234-1234-123412341234}" type="slidenum">
              <a:rPr lang="ru-RU" sz="3600" b="1">
                <a:solidFill>
                  <a:schemeClr val="lt2"/>
                </a:solidFill>
              </a:rPr>
              <a:t>5</a:t>
            </a:fld>
            <a:endParaRPr sz="3600" b="1" dirty="0">
              <a:solidFill>
                <a:schemeClr val="lt2"/>
              </a:solidFill>
            </a:endParaRPr>
          </a:p>
        </p:txBody>
      </p:sp>
      <p:sp>
        <p:nvSpPr>
          <p:cNvPr id="7" name="Google Shape;92;p32">
            <a:extLst>
              <a:ext uri="{FF2B5EF4-FFF2-40B4-BE49-F238E27FC236}">
                <a16:creationId xmlns:a16="http://schemas.microsoft.com/office/drawing/2014/main" id="{A780AAF1-9305-4A2A-A83F-34410663E880}"/>
              </a:ext>
            </a:extLst>
          </p:cNvPr>
          <p:cNvSpPr txBox="1">
            <a:spLocks/>
          </p:cNvSpPr>
          <p:nvPr/>
        </p:nvSpPr>
        <p:spPr>
          <a:xfrm>
            <a:off x="18624770" y="553847"/>
            <a:ext cx="1048512" cy="62179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>
            <a:defPPr>
              <a:defRPr lang="ru-RU"/>
            </a:defPPr>
            <a:lvl1pPr marL="0" algn="r" defTabSz="913284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6641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3284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992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657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321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39853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6496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313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SzPts val="3600"/>
            </a:pPr>
            <a:r>
              <a:rPr lang="ru-RU" sz="3600" b="1" dirty="0">
                <a:solidFill>
                  <a:schemeClr val="lt2"/>
                </a:solidFill>
              </a:rPr>
              <a:t>/ 12 </a:t>
            </a:r>
          </a:p>
        </p:txBody>
      </p:sp>
    </p:spTree>
    <p:extLst>
      <p:ext uri="{BB962C8B-B14F-4D97-AF65-F5344CB8AC3E}">
        <p14:creationId xmlns:p14="http://schemas.microsoft.com/office/powerpoint/2010/main" val="16209137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>
            <a:extLst>
              <a:ext uri="{FF2B5EF4-FFF2-40B4-BE49-F238E27FC236}">
                <a16:creationId xmlns:a16="http://schemas.microsoft.com/office/drawing/2014/main" id="{151E702C-48AD-4939-8EBB-F5754B52A1E5}"/>
              </a:ext>
            </a:extLst>
          </p:cNvPr>
          <p:cNvSpPr txBox="1"/>
          <p:nvPr/>
        </p:nvSpPr>
        <p:spPr>
          <a:xfrm>
            <a:off x="1212858" y="1082679"/>
            <a:ext cx="16763992" cy="743337"/>
          </a:xfrm>
          <a:prstGeom prst="rect">
            <a:avLst/>
          </a:prstGeom>
        </p:spPr>
        <p:txBody>
          <a:bodyPr vert="horz" wrap="square" lIns="0" tIns="19868" rIns="0" bIns="0" rtlCol="0">
            <a:spAutoFit/>
          </a:bodyPr>
          <a:lstStyle/>
          <a:p>
            <a:pPr marR="8365"/>
            <a:r>
              <a:rPr lang="ru-RU" sz="4700" b="1" dirty="0">
                <a:solidFill>
                  <a:srgbClr val="0F316C"/>
                </a:solidFill>
                <a:latin typeface="Montserrat SemiBold" pitchFamily="2" charset="77"/>
                <a:cs typeface="Times New Roman" panose="02020603050405020304" pitchFamily="18" charset="0"/>
              </a:rPr>
              <a:t>Результат работы</a:t>
            </a:r>
          </a:p>
        </p:txBody>
      </p:sp>
      <p:sp>
        <p:nvSpPr>
          <p:cNvPr id="5" name="Google Shape;91;p32">
            <a:extLst>
              <a:ext uri="{FF2B5EF4-FFF2-40B4-BE49-F238E27FC236}">
                <a16:creationId xmlns:a16="http://schemas.microsoft.com/office/drawing/2014/main" id="{00F1063F-301E-46DE-9766-549B565EE75C}"/>
              </a:ext>
            </a:extLst>
          </p:cNvPr>
          <p:cNvSpPr/>
          <p:nvPr/>
        </p:nvSpPr>
        <p:spPr>
          <a:xfrm>
            <a:off x="18624770" y="0"/>
            <a:ext cx="1048512" cy="1182624"/>
          </a:xfrm>
          <a:prstGeom prst="rect">
            <a:avLst/>
          </a:prstGeom>
          <a:solidFill>
            <a:srgbClr val="0F316C"/>
          </a:solidFill>
          <a:ln w="12700" cap="flat" cmpd="sng">
            <a:solidFill>
              <a:srgbClr val="C3A467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92;p32">
            <a:extLst>
              <a:ext uri="{FF2B5EF4-FFF2-40B4-BE49-F238E27FC236}">
                <a16:creationId xmlns:a16="http://schemas.microsoft.com/office/drawing/2014/main" id="{1099A52F-D26F-4E62-B90B-476DA3F6884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8795458" y="0"/>
            <a:ext cx="707136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fld id="{00000000-1234-1234-1234-123412341234}" type="slidenum">
              <a:rPr lang="ru-RU" sz="3600" b="1">
                <a:solidFill>
                  <a:schemeClr val="lt2"/>
                </a:solidFill>
              </a:rPr>
              <a:t>6</a:t>
            </a:fld>
            <a:endParaRPr sz="3600" b="1" dirty="0">
              <a:solidFill>
                <a:schemeClr val="lt2"/>
              </a:solidFill>
            </a:endParaRPr>
          </a:p>
        </p:txBody>
      </p:sp>
      <p:sp>
        <p:nvSpPr>
          <p:cNvPr id="7" name="Google Shape;92;p32">
            <a:extLst>
              <a:ext uri="{FF2B5EF4-FFF2-40B4-BE49-F238E27FC236}">
                <a16:creationId xmlns:a16="http://schemas.microsoft.com/office/drawing/2014/main" id="{19891C55-31F6-446F-BCC0-AB0CEA5883A5}"/>
              </a:ext>
            </a:extLst>
          </p:cNvPr>
          <p:cNvSpPr txBox="1">
            <a:spLocks/>
          </p:cNvSpPr>
          <p:nvPr/>
        </p:nvSpPr>
        <p:spPr>
          <a:xfrm>
            <a:off x="18624770" y="553847"/>
            <a:ext cx="1048512" cy="62179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>
            <a:defPPr>
              <a:defRPr lang="ru-RU"/>
            </a:defPPr>
            <a:lvl1pPr marL="0" algn="r" defTabSz="913284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6641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3284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992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657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321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39853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6496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313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SzPts val="3600"/>
            </a:pPr>
            <a:r>
              <a:rPr lang="ru-RU" sz="3600" b="1" dirty="0">
                <a:solidFill>
                  <a:schemeClr val="lt2"/>
                </a:solidFill>
              </a:rPr>
              <a:t>/ 12 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5C5B657-1930-8D64-61C9-6714CED91A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8450" y="2318552"/>
            <a:ext cx="11403016" cy="7878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1899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>
            <a:extLst>
              <a:ext uri="{FF2B5EF4-FFF2-40B4-BE49-F238E27FC236}">
                <a16:creationId xmlns:a16="http://schemas.microsoft.com/office/drawing/2014/main" id="{151E702C-48AD-4939-8EBB-F5754B52A1E5}"/>
              </a:ext>
            </a:extLst>
          </p:cNvPr>
          <p:cNvSpPr txBox="1"/>
          <p:nvPr/>
        </p:nvSpPr>
        <p:spPr>
          <a:xfrm>
            <a:off x="1212858" y="1082679"/>
            <a:ext cx="16763992" cy="743337"/>
          </a:xfrm>
          <a:prstGeom prst="rect">
            <a:avLst/>
          </a:prstGeom>
        </p:spPr>
        <p:txBody>
          <a:bodyPr vert="horz" wrap="square" lIns="0" tIns="19868" rIns="0" bIns="0" rtlCol="0">
            <a:spAutoFit/>
          </a:bodyPr>
          <a:lstStyle/>
          <a:p>
            <a:pPr marR="8365"/>
            <a:r>
              <a:rPr lang="ru-RU" sz="4700" b="1" dirty="0">
                <a:solidFill>
                  <a:srgbClr val="0F316C"/>
                </a:solidFill>
                <a:latin typeface="Montserrat SemiBold" pitchFamily="2" charset="77"/>
                <a:cs typeface="Times New Roman" panose="02020603050405020304" pitchFamily="18" charset="0"/>
              </a:rPr>
              <a:t>Результат работы</a:t>
            </a:r>
          </a:p>
        </p:txBody>
      </p:sp>
      <p:sp>
        <p:nvSpPr>
          <p:cNvPr id="5" name="Google Shape;91;p32">
            <a:extLst>
              <a:ext uri="{FF2B5EF4-FFF2-40B4-BE49-F238E27FC236}">
                <a16:creationId xmlns:a16="http://schemas.microsoft.com/office/drawing/2014/main" id="{3018B88E-6892-4787-8D88-7E5668D5D9C0}"/>
              </a:ext>
            </a:extLst>
          </p:cNvPr>
          <p:cNvSpPr/>
          <p:nvPr/>
        </p:nvSpPr>
        <p:spPr>
          <a:xfrm>
            <a:off x="18624770" y="0"/>
            <a:ext cx="1048512" cy="1182624"/>
          </a:xfrm>
          <a:prstGeom prst="rect">
            <a:avLst/>
          </a:prstGeom>
          <a:solidFill>
            <a:srgbClr val="0F316C"/>
          </a:solidFill>
          <a:ln w="12700" cap="flat" cmpd="sng">
            <a:solidFill>
              <a:srgbClr val="C3A467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92;p32">
            <a:extLst>
              <a:ext uri="{FF2B5EF4-FFF2-40B4-BE49-F238E27FC236}">
                <a16:creationId xmlns:a16="http://schemas.microsoft.com/office/drawing/2014/main" id="{7B38499D-1810-4DAF-94D4-E3A3C55B920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8795458" y="0"/>
            <a:ext cx="707136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fld id="{00000000-1234-1234-1234-123412341234}" type="slidenum">
              <a:rPr lang="ru-RU" sz="3600" b="1">
                <a:solidFill>
                  <a:schemeClr val="lt2"/>
                </a:solidFill>
              </a:rPr>
              <a:t>7</a:t>
            </a:fld>
            <a:endParaRPr sz="3600" b="1" dirty="0">
              <a:solidFill>
                <a:schemeClr val="lt2"/>
              </a:solidFill>
            </a:endParaRPr>
          </a:p>
        </p:txBody>
      </p:sp>
      <p:sp>
        <p:nvSpPr>
          <p:cNvPr id="7" name="Google Shape;92;p32">
            <a:extLst>
              <a:ext uri="{FF2B5EF4-FFF2-40B4-BE49-F238E27FC236}">
                <a16:creationId xmlns:a16="http://schemas.microsoft.com/office/drawing/2014/main" id="{921054D6-0081-49EB-921F-9E07CC66B0FC}"/>
              </a:ext>
            </a:extLst>
          </p:cNvPr>
          <p:cNvSpPr txBox="1">
            <a:spLocks/>
          </p:cNvSpPr>
          <p:nvPr/>
        </p:nvSpPr>
        <p:spPr>
          <a:xfrm>
            <a:off x="18624770" y="553847"/>
            <a:ext cx="1048512" cy="62179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>
            <a:defPPr>
              <a:defRPr lang="ru-RU"/>
            </a:defPPr>
            <a:lvl1pPr marL="0" algn="r" defTabSz="913284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6641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3284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992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657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321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39853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6496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313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SzPts val="3600"/>
            </a:pPr>
            <a:r>
              <a:rPr lang="ru-RU" sz="3600" b="1" dirty="0">
                <a:solidFill>
                  <a:schemeClr val="lt2"/>
                </a:solidFill>
              </a:rPr>
              <a:t>/ 12 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9263BA0-B39A-C99A-D5B6-95DC4E515E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2650" y="2324414"/>
            <a:ext cx="11479227" cy="7878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9515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>
            <a:extLst>
              <a:ext uri="{FF2B5EF4-FFF2-40B4-BE49-F238E27FC236}">
                <a16:creationId xmlns:a16="http://schemas.microsoft.com/office/drawing/2014/main" id="{151E702C-48AD-4939-8EBB-F5754B52A1E5}"/>
              </a:ext>
            </a:extLst>
          </p:cNvPr>
          <p:cNvSpPr txBox="1"/>
          <p:nvPr/>
        </p:nvSpPr>
        <p:spPr>
          <a:xfrm>
            <a:off x="1212858" y="1082679"/>
            <a:ext cx="16763992" cy="743337"/>
          </a:xfrm>
          <a:prstGeom prst="rect">
            <a:avLst/>
          </a:prstGeom>
        </p:spPr>
        <p:txBody>
          <a:bodyPr vert="horz" wrap="square" lIns="0" tIns="19868" rIns="0" bIns="0" rtlCol="0">
            <a:spAutoFit/>
          </a:bodyPr>
          <a:lstStyle/>
          <a:p>
            <a:pPr marR="8365"/>
            <a:r>
              <a:rPr lang="ru-RU" sz="4700" b="1" dirty="0">
                <a:solidFill>
                  <a:srgbClr val="0F316C"/>
                </a:solidFill>
                <a:latin typeface="Montserrat SemiBold" pitchFamily="2" charset="77"/>
                <a:cs typeface="Times New Roman" panose="02020603050405020304" pitchFamily="18" charset="0"/>
              </a:rPr>
              <a:t>Перспектива развития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CB02A04-B7C2-4156-B164-E2BD228DD389}"/>
              </a:ext>
            </a:extLst>
          </p:cNvPr>
          <p:cNvSpPr/>
          <p:nvPr/>
        </p:nvSpPr>
        <p:spPr>
          <a:xfrm>
            <a:off x="1212859" y="2606675"/>
            <a:ext cx="17449792" cy="1139808"/>
          </a:xfrm>
          <a:prstGeom prst="rect">
            <a:avLst/>
          </a:prstGeom>
        </p:spPr>
        <p:txBody>
          <a:bodyPr wrap="square" lIns="91329" tIns="45661" rIns="91329" bIns="45661">
            <a:spAutoFit/>
          </a:bodyPr>
          <a:lstStyle/>
          <a:p>
            <a:pPr indent="725488" algn="just">
              <a:lnSpc>
                <a:spcPct val="150000"/>
              </a:lnSpc>
            </a:pPr>
            <a:r>
              <a:rPr lang="ru-RU" sz="2400" dirty="0">
                <a:solidFill>
                  <a:srgbClr val="0F316C"/>
                </a:solidFill>
                <a:latin typeface="IBM Plex Mono" panose="020B0509050203000203"/>
              </a:rPr>
              <a:t>Перспективы развития</a:t>
            </a:r>
            <a:r>
              <a:rPr lang="en-US" sz="2400" dirty="0">
                <a:solidFill>
                  <a:srgbClr val="0F316C"/>
                </a:solidFill>
                <a:latin typeface="IBM Plex Mono" panose="020B0509050203000203"/>
              </a:rPr>
              <a:t>: </a:t>
            </a:r>
            <a:r>
              <a:rPr lang="ru-RU" sz="2400" dirty="0">
                <a:solidFill>
                  <a:srgbClr val="0F316C"/>
                </a:solidFill>
                <a:latin typeface="IBM Plex Mono" panose="020B0509050203000203"/>
              </a:rPr>
              <a:t>интеграция ИИ</a:t>
            </a:r>
            <a:r>
              <a:rPr lang="en-US" sz="2400" dirty="0">
                <a:solidFill>
                  <a:srgbClr val="0F316C"/>
                </a:solidFill>
                <a:latin typeface="IBM Plex Mono" panose="020B0509050203000203"/>
              </a:rPr>
              <a:t>, </a:t>
            </a:r>
            <a:r>
              <a:rPr lang="ru-RU" sz="2400" dirty="0">
                <a:solidFill>
                  <a:srgbClr val="0F316C"/>
                </a:solidFill>
                <a:latin typeface="IBM Plex Mono" panose="020B0509050203000203"/>
              </a:rPr>
              <a:t>мобильное приложение</a:t>
            </a:r>
            <a:r>
              <a:rPr lang="en-US" sz="2400" dirty="0">
                <a:solidFill>
                  <a:srgbClr val="0F316C"/>
                </a:solidFill>
                <a:latin typeface="IBM Plex Mono" panose="020B0509050203000203"/>
              </a:rPr>
              <a:t>, </a:t>
            </a:r>
            <a:r>
              <a:rPr lang="ru-RU" sz="2400" dirty="0">
                <a:solidFill>
                  <a:srgbClr val="0F316C"/>
                </a:solidFill>
                <a:latin typeface="IBM Plex Mono" panose="020B0509050203000203"/>
              </a:rPr>
              <a:t>выбор конкретного окна для записи</a:t>
            </a:r>
            <a:r>
              <a:rPr lang="en-US" sz="2400" dirty="0">
                <a:solidFill>
                  <a:srgbClr val="0F316C"/>
                </a:solidFill>
                <a:latin typeface="IBM Plex Mono" panose="020B0509050203000203"/>
              </a:rPr>
              <a:t>, </a:t>
            </a:r>
            <a:r>
              <a:rPr lang="ru-RU" sz="2400" dirty="0">
                <a:solidFill>
                  <a:srgbClr val="0F316C"/>
                </a:solidFill>
                <a:latin typeface="IBM Plex Mono" panose="020B0509050203000203"/>
              </a:rPr>
              <a:t>выбор папки при нажатии сохранении записи (опционально)</a:t>
            </a:r>
            <a:r>
              <a:rPr lang="en-US" sz="2400" dirty="0">
                <a:solidFill>
                  <a:srgbClr val="0F316C"/>
                </a:solidFill>
                <a:latin typeface="IBM Plex Mono" panose="020B0509050203000203"/>
              </a:rPr>
              <a:t>.</a:t>
            </a:r>
            <a:endParaRPr lang="ru-RU" sz="2400" dirty="0">
              <a:solidFill>
                <a:srgbClr val="FF0000"/>
              </a:solidFill>
              <a:latin typeface="IBM Plex Mono" panose="020B0509050203000203"/>
            </a:endParaRPr>
          </a:p>
        </p:txBody>
      </p:sp>
      <p:sp>
        <p:nvSpPr>
          <p:cNvPr id="5" name="Google Shape;91;p32">
            <a:extLst>
              <a:ext uri="{FF2B5EF4-FFF2-40B4-BE49-F238E27FC236}">
                <a16:creationId xmlns:a16="http://schemas.microsoft.com/office/drawing/2014/main" id="{65A9FFA6-E418-4456-9836-6EF5BE43E3B2}"/>
              </a:ext>
            </a:extLst>
          </p:cNvPr>
          <p:cNvSpPr/>
          <p:nvPr/>
        </p:nvSpPr>
        <p:spPr>
          <a:xfrm>
            <a:off x="18624770" y="0"/>
            <a:ext cx="1048512" cy="1182624"/>
          </a:xfrm>
          <a:prstGeom prst="rect">
            <a:avLst/>
          </a:prstGeom>
          <a:solidFill>
            <a:srgbClr val="0F316C"/>
          </a:solidFill>
          <a:ln w="12700" cap="flat" cmpd="sng">
            <a:solidFill>
              <a:srgbClr val="C3A467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92;p32">
            <a:extLst>
              <a:ext uri="{FF2B5EF4-FFF2-40B4-BE49-F238E27FC236}">
                <a16:creationId xmlns:a16="http://schemas.microsoft.com/office/drawing/2014/main" id="{4496E1BF-FDB5-4819-B22E-5E2AA745C59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8795458" y="0"/>
            <a:ext cx="707136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fld id="{00000000-1234-1234-1234-123412341234}" type="slidenum">
              <a:rPr lang="ru-RU" sz="3600" b="1">
                <a:solidFill>
                  <a:schemeClr val="lt2"/>
                </a:solidFill>
              </a:rPr>
              <a:t>8</a:t>
            </a:fld>
            <a:endParaRPr sz="3600" b="1" dirty="0">
              <a:solidFill>
                <a:schemeClr val="lt2"/>
              </a:solidFill>
            </a:endParaRPr>
          </a:p>
        </p:txBody>
      </p:sp>
      <p:sp>
        <p:nvSpPr>
          <p:cNvPr id="7" name="Google Shape;92;p32">
            <a:extLst>
              <a:ext uri="{FF2B5EF4-FFF2-40B4-BE49-F238E27FC236}">
                <a16:creationId xmlns:a16="http://schemas.microsoft.com/office/drawing/2014/main" id="{D33D491F-158A-4C71-8B36-0B3E94E759E1}"/>
              </a:ext>
            </a:extLst>
          </p:cNvPr>
          <p:cNvSpPr txBox="1">
            <a:spLocks/>
          </p:cNvSpPr>
          <p:nvPr/>
        </p:nvSpPr>
        <p:spPr>
          <a:xfrm>
            <a:off x="18624770" y="553847"/>
            <a:ext cx="1048512" cy="62179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>
            <a:defPPr>
              <a:defRPr lang="ru-RU"/>
            </a:defPPr>
            <a:lvl1pPr marL="0" algn="r" defTabSz="913284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6641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3284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992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657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321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39853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6496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313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SzPts val="3600"/>
            </a:pPr>
            <a:r>
              <a:rPr lang="ru-RU" sz="3600" b="1" dirty="0">
                <a:solidFill>
                  <a:schemeClr val="lt2"/>
                </a:solidFill>
              </a:rPr>
              <a:t>/ 12 </a:t>
            </a:r>
          </a:p>
        </p:txBody>
      </p:sp>
    </p:spTree>
    <p:extLst>
      <p:ext uri="{BB962C8B-B14F-4D97-AF65-F5344CB8AC3E}">
        <p14:creationId xmlns:p14="http://schemas.microsoft.com/office/powerpoint/2010/main" val="36870848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4">
            <a:extLst>
              <a:ext uri="{FF2B5EF4-FFF2-40B4-BE49-F238E27FC236}">
                <a16:creationId xmlns:a16="http://schemas.microsoft.com/office/drawing/2014/main" id="{19E5809D-DA8E-6142-B00E-E8405A99C639}"/>
              </a:ext>
            </a:extLst>
          </p:cNvPr>
          <p:cNvSpPr txBox="1"/>
          <p:nvPr/>
        </p:nvSpPr>
        <p:spPr>
          <a:xfrm>
            <a:off x="1366783" y="4705871"/>
            <a:ext cx="8686800" cy="1897608"/>
          </a:xfrm>
          <a:prstGeom prst="rect">
            <a:avLst/>
          </a:prstGeom>
        </p:spPr>
        <p:txBody>
          <a:bodyPr vert="horz" wrap="square" lIns="0" tIns="19868" rIns="0" bIns="0" rtlCol="0">
            <a:spAutoFit/>
          </a:bodyPr>
          <a:lstStyle/>
          <a:p>
            <a:pPr marR="8365"/>
            <a:r>
              <a:rPr lang="ru-RU" sz="6100" b="1" dirty="0">
                <a:solidFill>
                  <a:srgbClr val="0071CE"/>
                </a:solidFill>
                <a:latin typeface="Montserrat SemiBold" pitchFamily="2" charset="77"/>
                <a:cs typeface="Times New Roman" panose="02020603050405020304" pitchFamily="18" charset="0"/>
              </a:rPr>
              <a:t>СПАСИБО </a:t>
            </a:r>
            <a:br>
              <a:rPr lang="ru-RU" sz="6100" b="1" dirty="0">
                <a:solidFill>
                  <a:srgbClr val="0071CE"/>
                </a:solidFill>
                <a:latin typeface="Montserrat SemiBold" pitchFamily="2" charset="77"/>
                <a:cs typeface="Times New Roman" panose="02020603050405020304" pitchFamily="18" charset="0"/>
              </a:rPr>
            </a:br>
            <a:r>
              <a:rPr lang="ru-RU" sz="6100" b="1" dirty="0">
                <a:solidFill>
                  <a:srgbClr val="0071CE"/>
                </a:solidFill>
                <a:latin typeface="Montserrat SemiBold" pitchFamily="2" charset="77"/>
                <a:cs typeface="Times New Roman" panose="02020603050405020304" pitchFamily="18" charset="0"/>
              </a:rPr>
              <a:t>ЗА ВНИМАНИЕ!</a:t>
            </a:r>
            <a:r>
              <a:rPr lang="en-US" sz="6100" b="1" dirty="0">
                <a:solidFill>
                  <a:srgbClr val="0071CE"/>
                </a:solidFill>
                <a:latin typeface="Montserrat SemiBold" pitchFamily="2" charset="77"/>
                <a:cs typeface="Times New Roman" panose="02020603050405020304" pitchFamily="18" charset="0"/>
              </a:rPr>
              <a:t> </a:t>
            </a:r>
            <a:endParaRPr lang="ru-RU" sz="6100" b="1" dirty="0">
              <a:solidFill>
                <a:srgbClr val="0071CE"/>
              </a:solidFill>
              <a:latin typeface="Montserrat SemiBold" pitchFamily="2" charset="77"/>
              <a:cs typeface="Times New Roman" panose="02020603050405020304" pitchFamily="18" charset="0"/>
            </a:endParaRPr>
          </a:p>
        </p:txBody>
      </p:sp>
      <p:sp>
        <p:nvSpPr>
          <p:cNvPr id="3" name="Google Shape;91;p32">
            <a:extLst>
              <a:ext uri="{FF2B5EF4-FFF2-40B4-BE49-F238E27FC236}">
                <a16:creationId xmlns:a16="http://schemas.microsoft.com/office/drawing/2014/main" id="{513C0B09-2EE8-427C-BD7E-44E2406065B4}"/>
              </a:ext>
            </a:extLst>
          </p:cNvPr>
          <p:cNvSpPr/>
          <p:nvPr/>
        </p:nvSpPr>
        <p:spPr>
          <a:xfrm>
            <a:off x="18624770" y="0"/>
            <a:ext cx="1048512" cy="1182624"/>
          </a:xfrm>
          <a:prstGeom prst="rect">
            <a:avLst/>
          </a:prstGeom>
          <a:solidFill>
            <a:srgbClr val="0F316C"/>
          </a:solidFill>
          <a:ln w="12700" cap="flat" cmpd="sng">
            <a:solidFill>
              <a:srgbClr val="C3A467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92;p32">
            <a:extLst>
              <a:ext uri="{FF2B5EF4-FFF2-40B4-BE49-F238E27FC236}">
                <a16:creationId xmlns:a16="http://schemas.microsoft.com/office/drawing/2014/main" id="{8842DB57-6BA8-4D16-B816-4AD9C82F1FD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8795458" y="0"/>
            <a:ext cx="707136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fld id="{00000000-1234-1234-1234-123412341234}" type="slidenum">
              <a:rPr lang="ru-RU" sz="3600" b="1">
                <a:solidFill>
                  <a:schemeClr val="lt2"/>
                </a:solidFill>
              </a:rPr>
              <a:t>9</a:t>
            </a:fld>
            <a:endParaRPr sz="3600" b="1" dirty="0">
              <a:solidFill>
                <a:schemeClr val="lt2"/>
              </a:solidFill>
            </a:endParaRPr>
          </a:p>
        </p:txBody>
      </p:sp>
      <p:sp>
        <p:nvSpPr>
          <p:cNvPr id="5" name="Google Shape;92;p32">
            <a:extLst>
              <a:ext uri="{FF2B5EF4-FFF2-40B4-BE49-F238E27FC236}">
                <a16:creationId xmlns:a16="http://schemas.microsoft.com/office/drawing/2014/main" id="{60331194-1898-4946-8A1C-7C20B181B60D}"/>
              </a:ext>
            </a:extLst>
          </p:cNvPr>
          <p:cNvSpPr txBox="1">
            <a:spLocks/>
          </p:cNvSpPr>
          <p:nvPr/>
        </p:nvSpPr>
        <p:spPr>
          <a:xfrm>
            <a:off x="18624770" y="553847"/>
            <a:ext cx="1048512" cy="62179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>
            <a:defPPr>
              <a:defRPr lang="ru-RU"/>
            </a:defPPr>
            <a:lvl1pPr marL="0" algn="r" defTabSz="913284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6641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3284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992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657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321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39853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6496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313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SzPts val="3600"/>
            </a:pPr>
            <a:r>
              <a:rPr lang="ru-RU" sz="3600" b="1" dirty="0">
                <a:solidFill>
                  <a:schemeClr val="lt2"/>
                </a:solidFill>
              </a:rPr>
              <a:t>/ 12 </a:t>
            </a:r>
          </a:p>
        </p:txBody>
      </p:sp>
    </p:spTree>
    <p:extLst>
      <p:ext uri="{BB962C8B-B14F-4D97-AF65-F5344CB8AC3E}">
        <p14:creationId xmlns:p14="http://schemas.microsoft.com/office/powerpoint/2010/main" val="67138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theme/theme1.xml><?xml version="1.0" encoding="utf-8"?>
<a:theme xmlns:a="http://schemas.openxmlformats.org/drawingml/2006/main" name="1_Тема2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Тема2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Тема2</Template>
  <TotalTime>11469</TotalTime>
  <Words>269</Words>
  <Application>Microsoft Office PowerPoint</Application>
  <PresentationFormat>Произвольный</PresentationFormat>
  <Paragraphs>56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9</vt:i4>
      </vt:variant>
    </vt:vector>
  </HeadingPairs>
  <TitlesOfParts>
    <vt:vector size="16" baseType="lpstr">
      <vt:lpstr>Arial</vt:lpstr>
      <vt:lpstr>Calibri</vt:lpstr>
      <vt:lpstr>IBM Plex Mono</vt:lpstr>
      <vt:lpstr>IBM Plex Sans</vt:lpstr>
      <vt:lpstr>Montserrat SemiBold</vt:lpstr>
      <vt:lpstr>1_Тема2</vt:lpstr>
      <vt:lpstr>2_Тема2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Создание новых и перспективных робототехнических решений на базе Университета Иннополис</dc:title>
  <dc:creator>Александр Климчик</dc:creator>
  <cp:lastModifiedBy>Андрей Чмиль</cp:lastModifiedBy>
  <cp:revision>398</cp:revision>
  <dcterms:created xsi:type="dcterms:W3CDTF">2018-10-03T13:56:53Z</dcterms:created>
  <dcterms:modified xsi:type="dcterms:W3CDTF">2025-11-01T18:01:58Z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2018-10-03T00:00:00Z</vt:filetime>
  </property>
  <property fmtid="{D5CDD505-2E9C-101B-9397-08002B2CF9AE}" pid="3" name="Creator">
    <vt:lpwstr>Adobe Illustrator CC 22.1 (Windows)</vt:lpwstr>
  </property>
  <property fmtid="{D5CDD505-2E9C-101B-9397-08002B2CF9AE}" pid="4" name="LastSaved">
    <vt:filetime>2018-10-03T00:00:00Z</vt:filetime>
  </property>
</Properties>
</file>